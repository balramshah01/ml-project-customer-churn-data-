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7" r:id="rId8"/>
    <p:sldId id="268" r:id="rId9"/>
    <p:sldId id="263" r:id="rId10"/>
    <p:sldId id="264" r:id="rId11"/>
    <p:sldId id="265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5ADEC-9BD6-48E6-BDAA-DBD4B09E7B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46F2A0-A3E1-48A6-86E8-99D1ABCEF1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Business Problem: Customer churn impacts revenue</a:t>
          </a:r>
        </a:p>
      </dgm:t>
    </dgm:pt>
    <dgm:pt modelId="{AA95D2D9-9FD3-4A1C-9AFC-E9F29EB8F69D}" type="parTrans" cxnId="{D9DDC7DF-6A15-4288-854E-BF34D2995299}">
      <dgm:prSet/>
      <dgm:spPr/>
      <dgm:t>
        <a:bodyPr/>
        <a:lstStyle/>
        <a:p>
          <a:endParaRPr lang="en-US"/>
        </a:p>
      </dgm:t>
    </dgm:pt>
    <dgm:pt modelId="{30E652F9-5C64-455B-B38A-8648C70EDE65}" type="sibTrans" cxnId="{D9DDC7DF-6A15-4288-854E-BF34D2995299}">
      <dgm:prSet/>
      <dgm:spPr/>
      <dgm:t>
        <a:bodyPr/>
        <a:lstStyle/>
        <a:p>
          <a:endParaRPr lang="en-US"/>
        </a:p>
      </dgm:t>
    </dgm:pt>
    <dgm:pt modelId="{5932B025-8C3B-4D65-80D7-CF1EF7B71B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Goal: Identify customers at risk of leaving</a:t>
          </a:r>
        </a:p>
      </dgm:t>
    </dgm:pt>
    <dgm:pt modelId="{17E0919A-F7C8-4A9D-B6AF-34585F4CEF2C}" type="parTrans" cxnId="{70EC1768-C9F5-49D9-83D5-F7295770C4BD}">
      <dgm:prSet/>
      <dgm:spPr/>
      <dgm:t>
        <a:bodyPr/>
        <a:lstStyle/>
        <a:p>
          <a:endParaRPr lang="en-US"/>
        </a:p>
      </dgm:t>
    </dgm:pt>
    <dgm:pt modelId="{A38C876E-1920-43C5-ABF5-2FB278B818F6}" type="sibTrans" cxnId="{70EC1768-C9F5-49D9-83D5-F7295770C4BD}">
      <dgm:prSet/>
      <dgm:spPr/>
      <dgm:t>
        <a:bodyPr/>
        <a:lstStyle/>
        <a:p>
          <a:endParaRPr lang="en-US"/>
        </a:p>
      </dgm:t>
    </dgm:pt>
    <dgm:pt modelId="{B17E64F1-556E-4FC0-BA86-BFE5BDE13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Solution: Machine Learning classification model</a:t>
          </a:r>
        </a:p>
      </dgm:t>
    </dgm:pt>
    <dgm:pt modelId="{9A04552F-38F2-49C6-900C-7B734777268A}" type="parTrans" cxnId="{E0C90EDD-122E-4971-BBB9-2FACBBACBF2D}">
      <dgm:prSet/>
      <dgm:spPr/>
      <dgm:t>
        <a:bodyPr/>
        <a:lstStyle/>
        <a:p>
          <a:endParaRPr lang="en-US"/>
        </a:p>
      </dgm:t>
    </dgm:pt>
    <dgm:pt modelId="{4872A135-8F6A-4403-9760-904E979EAA24}" type="sibTrans" cxnId="{E0C90EDD-122E-4971-BBB9-2FACBBACBF2D}">
      <dgm:prSet/>
      <dgm:spPr/>
      <dgm:t>
        <a:bodyPr/>
        <a:lstStyle/>
        <a:p>
          <a:endParaRPr lang="en-US"/>
        </a:p>
      </dgm:t>
    </dgm:pt>
    <dgm:pt modelId="{B174841D-EEFB-401C-B7E5-3D5F2E06F9D3}" type="pres">
      <dgm:prSet presAssocID="{3315ADEC-9BD6-48E6-BDAA-DBD4B09E7B79}" presName="root" presStyleCnt="0">
        <dgm:presLayoutVars>
          <dgm:dir/>
          <dgm:resizeHandles val="exact"/>
        </dgm:presLayoutVars>
      </dgm:prSet>
      <dgm:spPr/>
    </dgm:pt>
    <dgm:pt modelId="{B5DE6586-D8E4-4AD5-8CF4-524BED6289DA}" type="pres">
      <dgm:prSet presAssocID="{A846F2A0-A3E1-48A6-86E8-99D1ABCEF1DC}" presName="compNode" presStyleCnt="0"/>
      <dgm:spPr/>
    </dgm:pt>
    <dgm:pt modelId="{8600A8DA-0EDE-4285-BE33-50999D89177A}" type="pres">
      <dgm:prSet presAssocID="{A846F2A0-A3E1-48A6-86E8-99D1ABCEF1DC}" presName="bgRect" presStyleLbl="bgShp" presStyleIdx="0" presStyleCnt="3"/>
      <dgm:spPr/>
    </dgm:pt>
    <dgm:pt modelId="{FB550DEC-5E3C-44C7-A3A0-5FE87839F8AC}" type="pres">
      <dgm:prSet presAssocID="{A846F2A0-A3E1-48A6-86E8-99D1ABCEF1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8BDB8498-464D-4EA6-949A-D404F1F3BEC7}" type="pres">
      <dgm:prSet presAssocID="{A846F2A0-A3E1-48A6-86E8-99D1ABCEF1DC}" presName="spaceRect" presStyleCnt="0"/>
      <dgm:spPr/>
    </dgm:pt>
    <dgm:pt modelId="{15F374B7-7FF5-4C23-962F-080F728F834F}" type="pres">
      <dgm:prSet presAssocID="{A846F2A0-A3E1-48A6-86E8-99D1ABCEF1DC}" presName="parTx" presStyleLbl="revTx" presStyleIdx="0" presStyleCnt="3">
        <dgm:presLayoutVars>
          <dgm:chMax val="0"/>
          <dgm:chPref val="0"/>
        </dgm:presLayoutVars>
      </dgm:prSet>
      <dgm:spPr/>
    </dgm:pt>
    <dgm:pt modelId="{49F7C822-95F6-453D-B755-C1B585CEB4CF}" type="pres">
      <dgm:prSet presAssocID="{30E652F9-5C64-455B-B38A-8648C70EDE65}" presName="sibTrans" presStyleCnt="0"/>
      <dgm:spPr/>
    </dgm:pt>
    <dgm:pt modelId="{5D0A05A3-5D10-4BE1-A3EB-73097AD7491D}" type="pres">
      <dgm:prSet presAssocID="{5932B025-8C3B-4D65-80D7-CF1EF7B71BA8}" presName="compNode" presStyleCnt="0"/>
      <dgm:spPr/>
    </dgm:pt>
    <dgm:pt modelId="{D6651724-9109-4496-93F9-8147C8AD1045}" type="pres">
      <dgm:prSet presAssocID="{5932B025-8C3B-4D65-80D7-CF1EF7B71BA8}" presName="bgRect" presStyleLbl="bgShp" presStyleIdx="1" presStyleCnt="3"/>
      <dgm:spPr/>
    </dgm:pt>
    <dgm:pt modelId="{3CB11282-B270-4921-B2F5-70A7A86C6EDE}" type="pres">
      <dgm:prSet presAssocID="{5932B025-8C3B-4D65-80D7-CF1EF7B71B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3E15773-CDCF-4514-9323-FCF90C62ED7C}" type="pres">
      <dgm:prSet presAssocID="{5932B025-8C3B-4D65-80D7-CF1EF7B71BA8}" presName="spaceRect" presStyleCnt="0"/>
      <dgm:spPr/>
    </dgm:pt>
    <dgm:pt modelId="{3794A423-B97F-4847-9A18-1B3F50A6801C}" type="pres">
      <dgm:prSet presAssocID="{5932B025-8C3B-4D65-80D7-CF1EF7B71BA8}" presName="parTx" presStyleLbl="revTx" presStyleIdx="1" presStyleCnt="3">
        <dgm:presLayoutVars>
          <dgm:chMax val="0"/>
          <dgm:chPref val="0"/>
        </dgm:presLayoutVars>
      </dgm:prSet>
      <dgm:spPr/>
    </dgm:pt>
    <dgm:pt modelId="{0280BBBB-4C71-4CC7-A306-85F67C02C8E2}" type="pres">
      <dgm:prSet presAssocID="{A38C876E-1920-43C5-ABF5-2FB278B818F6}" presName="sibTrans" presStyleCnt="0"/>
      <dgm:spPr/>
    </dgm:pt>
    <dgm:pt modelId="{7CA1E60D-E487-4061-AF70-8E38AF2C5B04}" type="pres">
      <dgm:prSet presAssocID="{B17E64F1-556E-4FC0-BA86-BFE5BDE13721}" presName="compNode" presStyleCnt="0"/>
      <dgm:spPr/>
    </dgm:pt>
    <dgm:pt modelId="{588EEFC2-3D9F-4C94-909E-21E1E5214E43}" type="pres">
      <dgm:prSet presAssocID="{B17E64F1-556E-4FC0-BA86-BFE5BDE13721}" presName="bgRect" presStyleLbl="bgShp" presStyleIdx="2" presStyleCnt="3"/>
      <dgm:spPr/>
    </dgm:pt>
    <dgm:pt modelId="{C81AB2F9-040B-45BE-BA1D-F9BC42123C90}" type="pres">
      <dgm:prSet presAssocID="{B17E64F1-556E-4FC0-BA86-BFE5BDE137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65EABE5-107C-4566-B93E-AA9C73C03ECA}" type="pres">
      <dgm:prSet presAssocID="{B17E64F1-556E-4FC0-BA86-BFE5BDE13721}" presName="spaceRect" presStyleCnt="0"/>
      <dgm:spPr/>
    </dgm:pt>
    <dgm:pt modelId="{9DB9C1B4-E796-402B-B22B-5F209D4E441E}" type="pres">
      <dgm:prSet presAssocID="{B17E64F1-556E-4FC0-BA86-BFE5BDE137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C63AB13-3F54-43FC-9F0B-AB38F3EF17A5}" type="presOf" srcId="{3315ADEC-9BD6-48E6-BDAA-DBD4B09E7B79}" destId="{B174841D-EEFB-401C-B7E5-3D5F2E06F9D3}" srcOrd="0" destOrd="0" presId="urn:microsoft.com/office/officeart/2018/2/layout/IconVerticalSolidList"/>
    <dgm:cxn modelId="{4A384F29-5C7F-4601-A14A-6DD02D05672B}" type="presOf" srcId="{5932B025-8C3B-4D65-80D7-CF1EF7B71BA8}" destId="{3794A423-B97F-4847-9A18-1B3F50A6801C}" srcOrd="0" destOrd="0" presId="urn:microsoft.com/office/officeart/2018/2/layout/IconVerticalSolidList"/>
    <dgm:cxn modelId="{25FEA12A-98F8-4D8C-B9A7-97D0B78F7CA5}" type="presOf" srcId="{A846F2A0-A3E1-48A6-86E8-99D1ABCEF1DC}" destId="{15F374B7-7FF5-4C23-962F-080F728F834F}" srcOrd="0" destOrd="0" presId="urn:microsoft.com/office/officeart/2018/2/layout/IconVerticalSolidList"/>
    <dgm:cxn modelId="{B6D0F862-84E1-400F-A774-C89268707460}" type="presOf" srcId="{B17E64F1-556E-4FC0-BA86-BFE5BDE13721}" destId="{9DB9C1B4-E796-402B-B22B-5F209D4E441E}" srcOrd="0" destOrd="0" presId="urn:microsoft.com/office/officeart/2018/2/layout/IconVerticalSolidList"/>
    <dgm:cxn modelId="{70EC1768-C9F5-49D9-83D5-F7295770C4BD}" srcId="{3315ADEC-9BD6-48E6-BDAA-DBD4B09E7B79}" destId="{5932B025-8C3B-4D65-80D7-CF1EF7B71BA8}" srcOrd="1" destOrd="0" parTransId="{17E0919A-F7C8-4A9D-B6AF-34585F4CEF2C}" sibTransId="{A38C876E-1920-43C5-ABF5-2FB278B818F6}"/>
    <dgm:cxn modelId="{E0C90EDD-122E-4971-BBB9-2FACBBACBF2D}" srcId="{3315ADEC-9BD6-48E6-BDAA-DBD4B09E7B79}" destId="{B17E64F1-556E-4FC0-BA86-BFE5BDE13721}" srcOrd="2" destOrd="0" parTransId="{9A04552F-38F2-49C6-900C-7B734777268A}" sibTransId="{4872A135-8F6A-4403-9760-904E979EAA24}"/>
    <dgm:cxn modelId="{D9DDC7DF-6A15-4288-854E-BF34D2995299}" srcId="{3315ADEC-9BD6-48E6-BDAA-DBD4B09E7B79}" destId="{A846F2A0-A3E1-48A6-86E8-99D1ABCEF1DC}" srcOrd="0" destOrd="0" parTransId="{AA95D2D9-9FD3-4A1C-9AFC-E9F29EB8F69D}" sibTransId="{30E652F9-5C64-455B-B38A-8648C70EDE65}"/>
    <dgm:cxn modelId="{77A66712-9AFC-489B-9695-D0F924E124CC}" type="presParOf" srcId="{B174841D-EEFB-401C-B7E5-3D5F2E06F9D3}" destId="{B5DE6586-D8E4-4AD5-8CF4-524BED6289DA}" srcOrd="0" destOrd="0" presId="urn:microsoft.com/office/officeart/2018/2/layout/IconVerticalSolidList"/>
    <dgm:cxn modelId="{FADE3D88-23D9-46E7-82E1-90C3DB2AC3DA}" type="presParOf" srcId="{B5DE6586-D8E4-4AD5-8CF4-524BED6289DA}" destId="{8600A8DA-0EDE-4285-BE33-50999D89177A}" srcOrd="0" destOrd="0" presId="urn:microsoft.com/office/officeart/2018/2/layout/IconVerticalSolidList"/>
    <dgm:cxn modelId="{F878000D-38E6-405D-812F-281A2F610554}" type="presParOf" srcId="{B5DE6586-D8E4-4AD5-8CF4-524BED6289DA}" destId="{FB550DEC-5E3C-44C7-A3A0-5FE87839F8AC}" srcOrd="1" destOrd="0" presId="urn:microsoft.com/office/officeart/2018/2/layout/IconVerticalSolidList"/>
    <dgm:cxn modelId="{632D99CE-0AEA-4388-AE2A-E517CF8A031A}" type="presParOf" srcId="{B5DE6586-D8E4-4AD5-8CF4-524BED6289DA}" destId="{8BDB8498-464D-4EA6-949A-D404F1F3BEC7}" srcOrd="2" destOrd="0" presId="urn:microsoft.com/office/officeart/2018/2/layout/IconVerticalSolidList"/>
    <dgm:cxn modelId="{4FDB25AD-0573-4B26-9D44-BC8682381400}" type="presParOf" srcId="{B5DE6586-D8E4-4AD5-8CF4-524BED6289DA}" destId="{15F374B7-7FF5-4C23-962F-080F728F834F}" srcOrd="3" destOrd="0" presId="urn:microsoft.com/office/officeart/2018/2/layout/IconVerticalSolidList"/>
    <dgm:cxn modelId="{6580D823-BE9A-406E-99AF-DB027A2F295A}" type="presParOf" srcId="{B174841D-EEFB-401C-B7E5-3D5F2E06F9D3}" destId="{49F7C822-95F6-453D-B755-C1B585CEB4CF}" srcOrd="1" destOrd="0" presId="urn:microsoft.com/office/officeart/2018/2/layout/IconVerticalSolidList"/>
    <dgm:cxn modelId="{6B54CD53-D92D-483C-A66E-DBC74EB64896}" type="presParOf" srcId="{B174841D-EEFB-401C-B7E5-3D5F2E06F9D3}" destId="{5D0A05A3-5D10-4BE1-A3EB-73097AD7491D}" srcOrd="2" destOrd="0" presId="urn:microsoft.com/office/officeart/2018/2/layout/IconVerticalSolidList"/>
    <dgm:cxn modelId="{5FDE779D-3C5A-4413-A47C-4242A64E5A0D}" type="presParOf" srcId="{5D0A05A3-5D10-4BE1-A3EB-73097AD7491D}" destId="{D6651724-9109-4496-93F9-8147C8AD1045}" srcOrd="0" destOrd="0" presId="urn:microsoft.com/office/officeart/2018/2/layout/IconVerticalSolidList"/>
    <dgm:cxn modelId="{2130C97F-BE73-4661-AEF4-3F2B0576A406}" type="presParOf" srcId="{5D0A05A3-5D10-4BE1-A3EB-73097AD7491D}" destId="{3CB11282-B270-4921-B2F5-70A7A86C6EDE}" srcOrd="1" destOrd="0" presId="urn:microsoft.com/office/officeart/2018/2/layout/IconVerticalSolidList"/>
    <dgm:cxn modelId="{DE368369-8C5C-4AF0-B2A3-7504DBE1287E}" type="presParOf" srcId="{5D0A05A3-5D10-4BE1-A3EB-73097AD7491D}" destId="{03E15773-CDCF-4514-9323-FCF90C62ED7C}" srcOrd="2" destOrd="0" presId="urn:microsoft.com/office/officeart/2018/2/layout/IconVerticalSolidList"/>
    <dgm:cxn modelId="{EBB140FC-D1A1-4EC2-94D6-0C5D1F06E6BA}" type="presParOf" srcId="{5D0A05A3-5D10-4BE1-A3EB-73097AD7491D}" destId="{3794A423-B97F-4847-9A18-1B3F50A6801C}" srcOrd="3" destOrd="0" presId="urn:microsoft.com/office/officeart/2018/2/layout/IconVerticalSolidList"/>
    <dgm:cxn modelId="{6527F15B-7277-4E57-89B3-FCEB12604CE2}" type="presParOf" srcId="{B174841D-EEFB-401C-B7E5-3D5F2E06F9D3}" destId="{0280BBBB-4C71-4CC7-A306-85F67C02C8E2}" srcOrd="3" destOrd="0" presId="urn:microsoft.com/office/officeart/2018/2/layout/IconVerticalSolidList"/>
    <dgm:cxn modelId="{09A1CC82-19C4-4717-BF93-4EEF93185327}" type="presParOf" srcId="{B174841D-EEFB-401C-B7E5-3D5F2E06F9D3}" destId="{7CA1E60D-E487-4061-AF70-8E38AF2C5B04}" srcOrd="4" destOrd="0" presId="urn:microsoft.com/office/officeart/2018/2/layout/IconVerticalSolidList"/>
    <dgm:cxn modelId="{DC2E3EE1-7F89-42D5-B1C4-DB41C1198750}" type="presParOf" srcId="{7CA1E60D-E487-4061-AF70-8E38AF2C5B04}" destId="{588EEFC2-3D9F-4C94-909E-21E1E5214E43}" srcOrd="0" destOrd="0" presId="urn:microsoft.com/office/officeart/2018/2/layout/IconVerticalSolidList"/>
    <dgm:cxn modelId="{AD8A8E59-99E3-4403-927E-43BF93E906B4}" type="presParOf" srcId="{7CA1E60D-E487-4061-AF70-8E38AF2C5B04}" destId="{C81AB2F9-040B-45BE-BA1D-F9BC42123C90}" srcOrd="1" destOrd="0" presId="urn:microsoft.com/office/officeart/2018/2/layout/IconVerticalSolidList"/>
    <dgm:cxn modelId="{EE41BEB4-9C25-40BC-8DC0-7304E6D16110}" type="presParOf" srcId="{7CA1E60D-E487-4061-AF70-8E38AF2C5B04}" destId="{065EABE5-107C-4566-B93E-AA9C73C03ECA}" srcOrd="2" destOrd="0" presId="urn:microsoft.com/office/officeart/2018/2/layout/IconVerticalSolidList"/>
    <dgm:cxn modelId="{09029984-7A00-41D8-AF3B-51D3122904CA}" type="presParOf" srcId="{7CA1E60D-E487-4061-AF70-8E38AF2C5B04}" destId="{9DB9C1B4-E796-402B-B22B-5F209D4E44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D0E266-11DD-46C4-AA79-3C26D82EF56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1C9F51-7C93-4658-9EC4-874E9645DA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Telecom customer usage &amp; billing data</a:t>
          </a:r>
        </a:p>
      </dgm:t>
    </dgm:pt>
    <dgm:pt modelId="{583660A7-EF8A-449D-9571-E0DDB2CE49A9}" type="parTrans" cxnId="{0BF31BD4-F9F6-4780-9692-7D30E50799C5}">
      <dgm:prSet/>
      <dgm:spPr/>
      <dgm:t>
        <a:bodyPr/>
        <a:lstStyle/>
        <a:p>
          <a:endParaRPr lang="en-US"/>
        </a:p>
      </dgm:t>
    </dgm:pt>
    <dgm:pt modelId="{84A879D8-80B0-4C0C-A7CD-8998677E3E0C}" type="sibTrans" cxnId="{0BF31BD4-F9F6-4780-9692-7D30E50799C5}">
      <dgm:prSet/>
      <dgm:spPr/>
      <dgm:t>
        <a:bodyPr/>
        <a:lstStyle/>
        <a:p>
          <a:endParaRPr lang="en-US"/>
        </a:p>
      </dgm:t>
    </dgm:pt>
    <dgm:pt modelId="{287F7A93-C409-4BC5-9F8E-341159C57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Target: Churn (Yes/No)</a:t>
          </a:r>
        </a:p>
      </dgm:t>
    </dgm:pt>
    <dgm:pt modelId="{F7C0199D-EC5E-4EBD-A7F6-946380D0B54F}" type="parTrans" cxnId="{D0D37881-0671-4A07-86D2-74E34D93AE3A}">
      <dgm:prSet/>
      <dgm:spPr/>
      <dgm:t>
        <a:bodyPr/>
        <a:lstStyle/>
        <a:p>
          <a:endParaRPr lang="en-US"/>
        </a:p>
      </dgm:t>
    </dgm:pt>
    <dgm:pt modelId="{5F7572F1-90B5-4EEA-98A2-145424AE0D87}" type="sibTrans" cxnId="{D0D37881-0671-4A07-86D2-74E34D93AE3A}">
      <dgm:prSet/>
      <dgm:spPr/>
      <dgm:t>
        <a:bodyPr/>
        <a:lstStyle/>
        <a:p>
          <a:endParaRPr lang="en-US"/>
        </a:p>
      </dgm:t>
    </dgm:pt>
    <dgm:pt modelId="{D7A62596-0A0A-4ED5-99A8-5B25289D03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Records include: tenure, charges, services, contract type</a:t>
          </a:r>
        </a:p>
      </dgm:t>
    </dgm:pt>
    <dgm:pt modelId="{BD4130F0-ECC2-45F7-9A88-1BF4CF142720}" type="parTrans" cxnId="{9650DB5C-4A22-47DC-9C39-1566430F6AAD}">
      <dgm:prSet/>
      <dgm:spPr/>
      <dgm:t>
        <a:bodyPr/>
        <a:lstStyle/>
        <a:p>
          <a:endParaRPr lang="en-US"/>
        </a:p>
      </dgm:t>
    </dgm:pt>
    <dgm:pt modelId="{700531D9-7F5C-4530-8804-C29EC05CEC35}" type="sibTrans" cxnId="{9650DB5C-4A22-47DC-9C39-1566430F6AAD}">
      <dgm:prSet/>
      <dgm:spPr/>
      <dgm:t>
        <a:bodyPr/>
        <a:lstStyle/>
        <a:p>
          <a:endParaRPr lang="en-US"/>
        </a:p>
      </dgm:t>
    </dgm:pt>
    <dgm:pt modelId="{62E30A58-1DA2-4146-97F7-F1BD5070242C}" type="pres">
      <dgm:prSet presAssocID="{35D0E266-11DD-46C4-AA79-3C26D82EF562}" presName="root" presStyleCnt="0">
        <dgm:presLayoutVars>
          <dgm:dir/>
          <dgm:resizeHandles val="exact"/>
        </dgm:presLayoutVars>
      </dgm:prSet>
      <dgm:spPr/>
    </dgm:pt>
    <dgm:pt modelId="{125580E9-5EE7-471D-893F-D727A7ED18E2}" type="pres">
      <dgm:prSet presAssocID="{5D1C9F51-7C93-4658-9EC4-874E9645DA99}" presName="compNode" presStyleCnt="0"/>
      <dgm:spPr/>
    </dgm:pt>
    <dgm:pt modelId="{B2F16CB4-60E0-451E-838D-5EC7853CB9F8}" type="pres">
      <dgm:prSet presAssocID="{5D1C9F51-7C93-4658-9EC4-874E9645DA99}" presName="bgRect" presStyleLbl="bgShp" presStyleIdx="0" presStyleCnt="3"/>
      <dgm:spPr/>
    </dgm:pt>
    <dgm:pt modelId="{328EEA6F-B0F6-4ADF-A7AD-6032E272A9FC}" type="pres">
      <dgm:prSet presAssocID="{5D1C9F51-7C93-4658-9EC4-874E9645DA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D338F03-6D29-4C7C-B119-83FA8021DE87}" type="pres">
      <dgm:prSet presAssocID="{5D1C9F51-7C93-4658-9EC4-874E9645DA99}" presName="spaceRect" presStyleCnt="0"/>
      <dgm:spPr/>
    </dgm:pt>
    <dgm:pt modelId="{E2E121BD-D176-44A6-8DE8-7F0DC941EAED}" type="pres">
      <dgm:prSet presAssocID="{5D1C9F51-7C93-4658-9EC4-874E9645DA99}" presName="parTx" presStyleLbl="revTx" presStyleIdx="0" presStyleCnt="3">
        <dgm:presLayoutVars>
          <dgm:chMax val="0"/>
          <dgm:chPref val="0"/>
        </dgm:presLayoutVars>
      </dgm:prSet>
      <dgm:spPr/>
    </dgm:pt>
    <dgm:pt modelId="{D0C443F1-8973-4246-8E37-F443B147FF24}" type="pres">
      <dgm:prSet presAssocID="{84A879D8-80B0-4C0C-A7CD-8998677E3E0C}" presName="sibTrans" presStyleCnt="0"/>
      <dgm:spPr/>
    </dgm:pt>
    <dgm:pt modelId="{73134562-4667-4CFC-8778-90F4720E509A}" type="pres">
      <dgm:prSet presAssocID="{287F7A93-C409-4BC5-9F8E-341159C57082}" presName="compNode" presStyleCnt="0"/>
      <dgm:spPr/>
    </dgm:pt>
    <dgm:pt modelId="{73229C19-F0A8-40C4-BF62-205A277924A8}" type="pres">
      <dgm:prSet presAssocID="{287F7A93-C409-4BC5-9F8E-341159C57082}" presName="bgRect" presStyleLbl="bgShp" presStyleIdx="1" presStyleCnt="3"/>
      <dgm:spPr/>
    </dgm:pt>
    <dgm:pt modelId="{56B3598B-AC28-4A83-A092-834D9C10A9A7}" type="pres">
      <dgm:prSet presAssocID="{287F7A93-C409-4BC5-9F8E-341159C570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0C78181-06D3-42FB-A568-16AC27AEB39C}" type="pres">
      <dgm:prSet presAssocID="{287F7A93-C409-4BC5-9F8E-341159C57082}" presName="spaceRect" presStyleCnt="0"/>
      <dgm:spPr/>
    </dgm:pt>
    <dgm:pt modelId="{7B16B21C-49E8-4419-9E7B-4E4EF1B379F8}" type="pres">
      <dgm:prSet presAssocID="{287F7A93-C409-4BC5-9F8E-341159C57082}" presName="parTx" presStyleLbl="revTx" presStyleIdx="1" presStyleCnt="3">
        <dgm:presLayoutVars>
          <dgm:chMax val="0"/>
          <dgm:chPref val="0"/>
        </dgm:presLayoutVars>
      </dgm:prSet>
      <dgm:spPr/>
    </dgm:pt>
    <dgm:pt modelId="{04EE820C-AD81-47C9-A37B-7E3BDD13A9B9}" type="pres">
      <dgm:prSet presAssocID="{5F7572F1-90B5-4EEA-98A2-145424AE0D87}" presName="sibTrans" presStyleCnt="0"/>
      <dgm:spPr/>
    </dgm:pt>
    <dgm:pt modelId="{1F064C87-0D17-4360-BA9F-D45EB2E694A5}" type="pres">
      <dgm:prSet presAssocID="{D7A62596-0A0A-4ED5-99A8-5B25289D03D5}" presName="compNode" presStyleCnt="0"/>
      <dgm:spPr/>
    </dgm:pt>
    <dgm:pt modelId="{55ED1F18-E82D-472F-8A59-328E8A6EE58A}" type="pres">
      <dgm:prSet presAssocID="{D7A62596-0A0A-4ED5-99A8-5B25289D03D5}" presName="bgRect" presStyleLbl="bgShp" presStyleIdx="2" presStyleCnt="3"/>
      <dgm:spPr/>
    </dgm:pt>
    <dgm:pt modelId="{8C7A7FDE-EB3E-4449-AA17-37C84645BA60}" type="pres">
      <dgm:prSet presAssocID="{D7A62596-0A0A-4ED5-99A8-5B25289D03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9932E8D-AFCD-4B68-B243-7F6299434ABF}" type="pres">
      <dgm:prSet presAssocID="{D7A62596-0A0A-4ED5-99A8-5B25289D03D5}" presName="spaceRect" presStyleCnt="0"/>
      <dgm:spPr/>
    </dgm:pt>
    <dgm:pt modelId="{9AE56C6A-635A-4687-BA1C-15D98CD7CA72}" type="pres">
      <dgm:prSet presAssocID="{D7A62596-0A0A-4ED5-99A8-5B25289D03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50DB5C-4A22-47DC-9C39-1566430F6AAD}" srcId="{35D0E266-11DD-46C4-AA79-3C26D82EF562}" destId="{D7A62596-0A0A-4ED5-99A8-5B25289D03D5}" srcOrd="2" destOrd="0" parTransId="{BD4130F0-ECC2-45F7-9A88-1BF4CF142720}" sibTransId="{700531D9-7F5C-4530-8804-C29EC05CEC35}"/>
    <dgm:cxn modelId="{BA58FF41-CC66-4D94-A2E1-CED6D5B65D9C}" type="presOf" srcId="{D7A62596-0A0A-4ED5-99A8-5B25289D03D5}" destId="{9AE56C6A-635A-4687-BA1C-15D98CD7CA72}" srcOrd="0" destOrd="0" presId="urn:microsoft.com/office/officeart/2018/2/layout/IconVerticalSolidList"/>
    <dgm:cxn modelId="{4BB54B79-E314-47FA-8D19-D5D117594C38}" type="presOf" srcId="{35D0E266-11DD-46C4-AA79-3C26D82EF562}" destId="{62E30A58-1DA2-4146-97F7-F1BD5070242C}" srcOrd="0" destOrd="0" presId="urn:microsoft.com/office/officeart/2018/2/layout/IconVerticalSolidList"/>
    <dgm:cxn modelId="{D0D37881-0671-4A07-86D2-74E34D93AE3A}" srcId="{35D0E266-11DD-46C4-AA79-3C26D82EF562}" destId="{287F7A93-C409-4BC5-9F8E-341159C57082}" srcOrd="1" destOrd="0" parTransId="{F7C0199D-EC5E-4EBD-A7F6-946380D0B54F}" sibTransId="{5F7572F1-90B5-4EEA-98A2-145424AE0D87}"/>
    <dgm:cxn modelId="{A17489BD-8F11-4F34-8657-596D724E9C8E}" type="presOf" srcId="{287F7A93-C409-4BC5-9F8E-341159C57082}" destId="{7B16B21C-49E8-4419-9E7B-4E4EF1B379F8}" srcOrd="0" destOrd="0" presId="urn:microsoft.com/office/officeart/2018/2/layout/IconVerticalSolidList"/>
    <dgm:cxn modelId="{0BF31BD4-F9F6-4780-9692-7D30E50799C5}" srcId="{35D0E266-11DD-46C4-AA79-3C26D82EF562}" destId="{5D1C9F51-7C93-4658-9EC4-874E9645DA99}" srcOrd="0" destOrd="0" parTransId="{583660A7-EF8A-449D-9571-E0DDB2CE49A9}" sibTransId="{84A879D8-80B0-4C0C-A7CD-8998677E3E0C}"/>
    <dgm:cxn modelId="{E5C298FA-87B0-4668-BDC9-09BD26377DD9}" type="presOf" srcId="{5D1C9F51-7C93-4658-9EC4-874E9645DA99}" destId="{E2E121BD-D176-44A6-8DE8-7F0DC941EAED}" srcOrd="0" destOrd="0" presId="urn:microsoft.com/office/officeart/2018/2/layout/IconVerticalSolidList"/>
    <dgm:cxn modelId="{7416D5F2-9DA1-4E56-997A-4BD092F05E36}" type="presParOf" srcId="{62E30A58-1DA2-4146-97F7-F1BD5070242C}" destId="{125580E9-5EE7-471D-893F-D727A7ED18E2}" srcOrd="0" destOrd="0" presId="urn:microsoft.com/office/officeart/2018/2/layout/IconVerticalSolidList"/>
    <dgm:cxn modelId="{C2B0C15B-A623-497E-93B1-E63EE4D99B93}" type="presParOf" srcId="{125580E9-5EE7-471D-893F-D727A7ED18E2}" destId="{B2F16CB4-60E0-451E-838D-5EC7853CB9F8}" srcOrd="0" destOrd="0" presId="urn:microsoft.com/office/officeart/2018/2/layout/IconVerticalSolidList"/>
    <dgm:cxn modelId="{7DCBA1DE-F75D-41C9-93C6-8914E58A8A1D}" type="presParOf" srcId="{125580E9-5EE7-471D-893F-D727A7ED18E2}" destId="{328EEA6F-B0F6-4ADF-A7AD-6032E272A9FC}" srcOrd="1" destOrd="0" presId="urn:microsoft.com/office/officeart/2018/2/layout/IconVerticalSolidList"/>
    <dgm:cxn modelId="{9D4932A1-3D2C-47F3-BB04-DC5D8D29A229}" type="presParOf" srcId="{125580E9-5EE7-471D-893F-D727A7ED18E2}" destId="{BD338F03-6D29-4C7C-B119-83FA8021DE87}" srcOrd="2" destOrd="0" presId="urn:microsoft.com/office/officeart/2018/2/layout/IconVerticalSolidList"/>
    <dgm:cxn modelId="{56BE0C41-43DC-438B-9D09-5A196AE16D89}" type="presParOf" srcId="{125580E9-5EE7-471D-893F-D727A7ED18E2}" destId="{E2E121BD-D176-44A6-8DE8-7F0DC941EAED}" srcOrd="3" destOrd="0" presId="urn:microsoft.com/office/officeart/2018/2/layout/IconVerticalSolidList"/>
    <dgm:cxn modelId="{0F1B3DE5-2130-4CAA-BA5A-53BBF405183F}" type="presParOf" srcId="{62E30A58-1DA2-4146-97F7-F1BD5070242C}" destId="{D0C443F1-8973-4246-8E37-F443B147FF24}" srcOrd="1" destOrd="0" presId="urn:microsoft.com/office/officeart/2018/2/layout/IconVerticalSolidList"/>
    <dgm:cxn modelId="{B4D39DB5-7B90-4FEF-B529-15C91A2170D3}" type="presParOf" srcId="{62E30A58-1DA2-4146-97F7-F1BD5070242C}" destId="{73134562-4667-4CFC-8778-90F4720E509A}" srcOrd="2" destOrd="0" presId="urn:microsoft.com/office/officeart/2018/2/layout/IconVerticalSolidList"/>
    <dgm:cxn modelId="{E4B2A5CB-5036-4263-A4D1-D0800172184B}" type="presParOf" srcId="{73134562-4667-4CFC-8778-90F4720E509A}" destId="{73229C19-F0A8-40C4-BF62-205A277924A8}" srcOrd="0" destOrd="0" presId="urn:microsoft.com/office/officeart/2018/2/layout/IconVerticalSolidList"/>
    <dgm:cxn modelId="{8AF9AA3E-994B-4ECB-8451-C1273B71FF3C}" type="presParOf" srcId="{73134562-4667-4CFC-8778-90F4720E509A}" destId="{56B3598B-AC28-4A83-A092-834D9C10A9A7}" srcOrd="1" destOrd="0" presId="urn:microsoft.com/office/officeart/2018/2/layout/IconVerticalSolidList"/>
    <dgm:cxn modelId="{21BF7E83-758F-4BD4-A13E-F2923EF2B028}" type="presParOf" srcId="{73134562-4667-4CFC-8778-90F4720E509A}" destId="{20C78181-06D3-42FB-A568-16AC27AEB39C}" srcOrd="2" destOrd="0" presId="urn:microsoft.com/office/officeart/2018/2/layout/IconVerticalSolidList"/>
    <dgm:cxn modelId="{67AA3083-9EDC-4690-8492-4300C5526E63}" type="presParOf" srcId="{73134562-4667-4CFC-8778-90F4720E509A}" destId="{7B16B21C-49E8-4419-9E7B-4E4EF1B379F8}" srcOrd="3" destOrd="0" presId="urn:microsoft.com/office/officeart/2018/2/layout/IconVerticalSolidList"/>
    <dgm:cxn modelId="{511A4D96-6257-4B29-B3F8-2260CDAD43EA}" type="presParOf" srcId="{62E30A58-1DA2-4146-97F7-F1BD5070242C}" destId="{04EE820C-AD81-47C9-A37B-7E3BDD13A9B9}" srcOrd="3" destOrd="0" presId="urn:microsoft.com/office/officeart/2018/2/layout/IconVerticalSolidList"/>
    <dgm:cxn modelId="{F0D46967-00B1-4709-8667-2FCA7E9BB2BB}" type="presParOf" srcId="{62E30A58-1DA2-4146-97F7-F1BD5070242C}" destId="{1F064C87-0D17-4360-BA9F-D45EB2E694A5}" srcOrd="4" destOrd="0" presId="urn:microsoft.com/office/officeart/2018/2/layout/IconVerticalSolidList"/>
    <dgm:cxn modelId="{86966FCF-9F08-491D-8453-5F88D064BAE8}" type="presParOf" srcId="{1F064C87-0D17-4360-BA9F-D45EB2E694A5}" destId="{55ED1F18-E82D-472F-8A59-328E8A6EE58A}" srcOrd="0" destOrd="0" presId="urn:microsoft.com/office/officeart/2018/2/layout/IconVerticalSolidList"/>
    <dgm:cxn modelId="{5D33FDF7-88E7-4CAA-A573-2379265FA147}" type="presParOf" srcId="{1F064C87-0D17-4360-BA9F-D45EB2E694A5}" destId="{8C7A7FDE-EB3E-4449-AA17-37C84645BA60}" srcOrd="1" destOrd="0" presId="urn:microsoft.com/office/officeart/2018/2/layout/IconVerticalSolidList"/>
    <dgm:cxn modelId="{BA63747A-A69D-422E-99F9-255D9C3A2D40}" type="presParOf" srcId="{1F064C87-0D17-4360-BA9F-D45EB2E694A5}" destId="{D9932E8D-AFCD-4B68-B243-7F6299434ABF}" srcOrd="2" destOrd="0" presId="urn:microsoft.com/office/officeart/2018/2/layout/IconVerticalSolidList"/>
    <dgm:cxn modelId="{F0487FE8-4903-4B93-BE80-A4F7D28C9198}" type="presParOf" srcId="{1F064C87-0D17-4360-BA9F-D45EB2E694A5}" destId="{9AE56C6A-635A-4687-BA1C-15D98CD7CA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04FEFA-23AD-41D0-AA80-40132ED9296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747C61-303C-4C91-A1F8-F88E3124D8EE}">
      <dgm:prSet/>
      <dgm:spPr/>
      <dgm:t>
        <a:bodyPr/>
        <a:lstStyle/>
        <a:p>
          <a:r>
            <a:rPr lang="en-US"/>
            <a:t>- Short-tenure clients churn more</a:t>
          </a:r>
        </a:p>
      </dgm:t>
    </dgm:pt>
    <dgm:pt modelId="{A78BE4FB-4EFB-4E3C-94C9-A5B8B6782F8E}" type="parTrans" cxnId="{75FE467D-BEE1-427F-92CF-ECA13B881984}">
      <dgm:prSet/>
      <dgm:spPr/>
      <dgm:t>
        <a:bodyPr/>
        <a:lstStyle/>
        <a:p>
          <a:endParaRPr lang="en-US"/>
        </a:p>
      </dgm:t>
    </dgm:pt>
    <dgm:pt modelId="{60D22EA6-7892-41A0-9177-8AD23997FC21}" type="sibTrans" cxnId="{75FE467D-BEE1-427F-92CF-ECA13B881984}">
      <dgm:prSet/>
      <dgm:spPr/>
      <dgm:t>
        <a:bodyPr/>
        <a:lstStyle/>
        <a:p>
          <a:endParaRPr lang="en-US"/>
        </a:p>
      </dgm:t>
    </dgm:pt>
    <dgm:pt modelId="{A8DB9635-74B6-488B-8709-A143E83C13F8}">
      <dgm:prSet/>
      <dgm:spPr/>
      <dgm:t>
        <a:bodyPr/>
        <a:lstStyle/>
        <a:p>
          <a:r>
            <a:rPr lang="en-US"/>
            <a:t>- Month-to-month contracts show highest churn</a:t>
          </a:r>
        </a:p>
      </dgm:t>
    </dgm:pt>
    <dgm:pt modelId="{6073BE97-09A2-4434-8866-D4508CC965C3}" type="parTrans" cxnId="{53A9CAB4-F7F9-4660-84D1-CCE786FCD1E1}">
      <dgm:prSet/>
      <dgm:spPr/>
      <dgm:t>
        <a:bodyPr/>
        <a:lstStyle/>
        <a:p>
          <a:endParaRPr lang="en-US"/>
        </a:p>
      </dgm:t>
    </dgm:pt>
    <dgm:pt modelId="{41262598-DA9B-4575-BF08-9E2AA36EF09D}" type="sibTrans" cxnId="{53A9CAB4-F7F9-4660-84D1-CCE786FCD1E1}">
      <dgm:prSet/>
      <dgm:spPr/>
      <dgm:t>
        <a:bodyPr/>
        <a:lstStyle/>
        <a:p>
          <a:endParaRPr lang="en-US"/>
        </a:p>
      </dgm:t>
    </dgm:pt>
    <dgm:pt modelId="{C2D967CD-E2A9-41F9-8CD7-DCB1E8171CCC}">
      <dgm:prSet/>
      <dgm:spPr/>
      <dgm:t>
        <a:bodyPr/>
        <a:lstStyle/>
        <a:p>
          <a:r>
            <a:rPr lang="en-US"/>
            <a:t>- Higher monthly charges linked to churn</a:t>
          </a:r>
        </a:p>
      </dgm:t>
    </dgm:pt>
    <dgm:pt modelId="{61D1CD3A-5EF1-4E9A-A486-3EFDC4736092}" type="parTrans" cxnId="{82764599-EF58-47F1-BC04-96020CA0C1A6}">
      <dgm:prSet/>
      <dgm:spPr/>
      <dgm:t>
        <a:bodyPr/>
        <a:lstStyle/>
        <a:p>
          <a:endParaRPr lang="en-US"/>
        </a:p>
      </dgm:t>
    </dgm:pt>
    <dgm:pt modelId="{BC48CD39-5B84-45E8-9A52-5145FDD481AF}" type="sibTrans" cxnId="{82764599-EF58-47F1-BC04-96020CA0C1A6}">
      <dgm:prSet/>
      <dgm:spPr/>
      <dgm:t>
        <a:bodyPr/>
        <a:lstStyle/>
        <a:p>
          <a:endParaRPr lang="en-US"/>
        </a:p>
      </dgm:t>
    </dgm:pt>
    <dgm:pt modelId="{AA3AD1AC-7BA7-4F9B-A239-2F95BA85364B}">
      <dgm:prSet/>
      <dgm:spPr/>
      <dgm:t>
        <a:bodyPr/>
        <a:lstStyle/>
        <a:p>
          <a:r>
            <a:rPr lang="en-US"/>
            <a:t>- Lack of tech support increases churn</a:t>
          </a:r>
        </a:p>
      </dgm:t>
    </dgm:pt>
    <dgm:pt modelId="{76864CA9-6CC4-4AB1-BDA4-DD9B1DC43E3D}" type="parTrans" cxnId="{66F37E27-1866-4854-9663-FB825F2D58A3}">
      <dgm:prSet/>
      <dgm:spPr/>
      <dgm:t>
        <a:bodyPr/>
        <a:lstStyle/>
        <a:p>
          <a:endParaRPr lang="en-US"/>
        </a:p>
      </dgm:t>
    </dgm:pt>
    <dgm:pt modelId="{258F6120-8A16-427E-A5DC-4BF907E7A77B}" type="sibTrans" cxnId="{66F37E27-1866-4854-9663-FB825F2D58A3}">
      <dgm:prSet/>
      <dgm:spPr/>
      <dgm:t>
        <a:bodyPr/>
        <a:lstStyle/>
        <a:p>
          <a:endParaRPr lang="en-US"/>
        </a:p>
      </dgm:t>
    </dgm:pt>
    <dgm:pt modelId="{B5C58D92-6B3E-4608-8141-58EC5A2D6112}" type="pres">
      <dgm:prSet presAssocID="{BA04FEFA-23AD-41D0-AA80-40132ED9296C}" presName="matrix" presStyleCnt="0">
        <dgm:presLayoutVars>
          <dgm:chMax val="1"/>
          <dgm:dir/>
          <dgm:resizeHandles val="exact"/>
        </dgm:presLayoutVars>
      </dgm:prSet>
      <dgm:spPr/>
    </dgm:pt>
    <dgm:pt modelId="{FEAA5617-9EC6-4C19-9AA5-3099E19B4D70}" type="pres">
      <dgm:prSet presAssocID="{BA04FEFA-23AD-41D0-AA80-40132ED9296C}" presName="diamond" presStyleLbl="bgShp" presStyleIdx="0" presStyleCnt="1"/>
      <dgm:spPr/>
    </dgm:pt>
    <dgm:pt modelId="{F4118333-52E7-4448-8873-6E6759ACCBED}" type="pres">
      <dgm:prSet presAssocID="{BA04FEFA-23AD-41D0-AA80-40132ED9296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A40E12-AF7A-4FDF-8128-702F6BBC3A05}" type="pres">
      <dgm:prSet presAssocID="{BA04FEFA-23AD-41D0-AA80-40132ED9296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230277-315E-4424-8572-E79DE249B983}" type="pres">
      <dgm:prSet presAssocID="{BA04FEFA-23AD-41D0-AA80-40132ED9296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28E41DF-546D-4ED0-A14C-597C13ECC8B0}" type="pres">
      <dgm:prSet presAssocID="{BA04FEFA-23AD-41D0-AA80-40132ED9296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F37E27-1866-4854-9663-FB825F2D58A3}" srcId="{BA04FEFA-23AD-41D0-AA80-40132ED9296C}" destId="{AA3AD1AC-7BA7-4F9B-A239-2F95BA85364B}" srcOrd="3" destOrd="0" parTransId="{76864CA9-6CC4-4AB1-BDA4-DD9B1DC43E3D}" sibTransId="{258F6120-8A16-427E-A5DC-4BF907E7A77B}"/>
    <dgm:cxn modelId="{B0281A35-28D3-4B8E-8A75-1359FC3EC762}" type="presOf" srcId="{0C747C61-303C-4C91-A1F8-F88E3124D8EE}" destId="{F4118333-52E7-4448-8873-6E6759ACCBED}" srcOrd="0" destOrd="0" presId="urn:microsoft.com/office/officeart/2005/8/layout/matrix3"/>
    <dgm:cxn modelId="{E7AD7978-C492-40DA-B4A9-F2C7ED868DE1}" type="presOf" srcId="{A8DB9635-74B6-488B-8709-A143E83C13F8}" destId="{AEA40E12-AF7A-4FDF-8128-702F6BBC3A05}" srcOrd="0" destOrd="0" presId="urn:microsoft.com/office/officeart/2005/8/layout/matrix3"/>
    <dgm:cxn modelId="{75FE467D-BEE1-427F-92CF-ECA13B881984}" srcId="{BA04FEFA-23AD-41D0-AA80-40132ED9296C}" destId="{0C747C61-303C-4C91-A1F8-F88E3124D8EE}" srcOrd="0" destOrd="0" parTransId="{A78BE4FB-4EFB-4E3C-94C9-A5B8B6782F8E}" sibTransId="{60D22EA6-7892-41A0-9177-8AD23997FC21}"/>
    <dgm:cxn modelId="{10674089-CEB3-4C5F-8D26-43A1B5FDE5D2}" type="presOf" srcId="{BA04FEFA-23AD-41D0-AA80-40132ED9296C}" destId="{B5C58D92-6B3E-4608-8141-58EC5A2D6112}" srcOrd="0" destOrd="0" presId="urn:microsoft.com/office/officeart/2005/8/layout/matrix3"/>
    <dgm:cxn modelId="{82764599-EF58-47F1-BC04-96020CA0C1A6}" srcId="{BA04FEFA-23AD-41D0-AA80-40132ED9296C}" destId="{C2D967CD-E2A9-41F9-8CD7-DCB1E8171CCC}" srcOrd="2" destOrd="0" parTransId="{61D1CD3A-5EF1-4E9A-A486-3EFDC4736092}" sibTransId="{BC48CD39-5B84-45E8-9A52-5145FDD481AF}"/>
    <dgm:cxn modelId="{B90414A0-E2FF-48D1-8F10-5001F571DCDB}" type="presOf" srcId="{C2D967CD-E2A9-41F9-8CD7-DCB1E8171CCC}" destId="{26230277-315E-4424-8572-E79DE249B983}" srcOrd="0" destOrd="0" presId="urn:microsoft.com/office/officeart/2005/8/layout/matrix3"/>
    <dgm:cxn modelId="{53A9CAB4-F7F9-4660-84D1-CCE786FCD1E1}" srcId="{BA04FEFA-23AD-41D0-AA80-40132ED9296C}" destId="{A8DB9635-74B6-488B-8709-A143E83C13F8}" srcOrd="1" destOrd="0" parTransId="{6073BE97-09A2-4434-8866-D4508CC965C3}" sibTransId="{41262598-DA9B-4575-BF08-9E2AA36EF09D}"/>
    <dgm:cxn modelId="{E4E1DDD9-A108-4F71-83B1-DFA0452C1E05}" type="presOf" srcId="{AA3AD1AC-7BA7-4F9B-A239-2F95BA85364B}" destId="{E28E41DF-546D-4ED0-A14C-597C13ECC8B0}" srcOrd="0" destOrd="0" presId="urn:microsoft.com/office/officeart/2005/8/layout/matrix3"/>
    <dgm:cxn modelId="{F313FD4E-77F0-4F88-B371-2E7843B25219}" type="presParOf" srcId="{B5C58D92-6B3E-4608-8141-58EC5A2D6112}" destId="{FEAA5617-9EC6-4C19-9AA5-3099E19B4D70}" srcOrd="0" destOrd="0" presId="urn:microsoft.com/office/officeart/2005/8/layout/matrix3"/>
    <dgm:cxn modelId="{05621FD9-935E-4700-9E2C-5E604ECE0317}" type="presParOf" srcId="{B5C58D92-6B3E-4608-8141-58EC5A2D6112}" destId="{F4118333-52E7-4448-8873-6E6759ACCBED}" srcOrd="1" destOrd="0" presId="urn:microsoft.com/office/officeart/2005/8/layout/matrix3"/>
    <dgm:cxn modelId="{3D9AC368-F242-4E1D-84D9-90847616C64D}" type="presParOf" srcId="{B5C58D92-6B3E-4608-8141-58EC5A2D6112}" destId="{AEA40E12-AF7A-4FDF-8128-702F6BBC3A05}" srcOrd="2" destOrd="0" presId="urn:microsoft.com/office/officeart/2005/8/layout/matrix3"/>
    <dgm:cxn modelId="{AF7D4952-3517-460E-9ABE-C3E938B03502}" type="presParOf" srcId="{B5C58D92-6B3E-4608-8141-58EC5A2D6112}" destId="{26230277-315E-4424-8572-E79DE249B983}" srcOrd="3" destOrd="0" presId="urn:microsoft.com/office/officeart/2005/8/layout/matrix3"/>
    <dgm:cxn modelId="{BEFDB931-4FE1-439F-A0C9-EF63A45330F2}" type="presParOf" srcId="{B5C58D92-6B3E-4608-8141-58EC5A2D6112}" destId="{E28E41DF-546D-4ED0-A14C-597C13ECC8B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C29885-315F-4A2B-8EEA-78D96613DFD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7D33C9-B54B-4C60-A81F-9C7C9244DE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Models tested: Logistic Regression, Random Forest</a:t>
          </a:r>
        </a:p>
      </dgm:t>
    </dgm:pt>
    <dgm:pt modelId="{D224D94F-2691-45C3-A79A-6BAFD5C23EA3}" type="parTrans" cxnId="{4DDCC2B5-E28D-41DD-9A67-26AC34177F3C}">
      <dgm:prSet/>
      <dgm:spPr/>
      <dgm:t>
        <a:bodyPr/>
        <a:lstStyle/>
        <a:p>
          <a:endParaRPr lang="en-US"/>
        </a:p>
      </dgm:t>
    </dgm:pt>
    <dgm:pt modelId="{CC6ED204-3879-44E5-9D11-D2F7ACB54C0F}" type="sibTrans" cxnId="{4DDCC2B5-E28D-41DD-9A67-26AC34177F3C}">
      <dgm:prSet/>
      <dgm:spPr/>
      <dgm:t>
        <a:bodyPr/>
        <a:lstStyle/>
        <a:p>
          <a:endParaRPr lang="en-US"/>
        </a:p>
      </dgm:t>
    </dgm:pt>
    <dgm:pt modelId="{F752DB08-231F-4576-B37D-C8DB55D824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Selected: Random Forest (best accuracy)</a:t>
          </a:r>
        </a:p>
      </dgm:t>
    </dgm:pt>
    <dgm:pt modelId="{25ADB850-C781-4ECD-859B-6490EE9DCC29}" type="parTrans" cxnId="{9FAE4018-AECC-4925-A45C-EC7EE19C18F9}">
      <dgm:prSet/>
      <dgm:spPr/>
      <dgm:t>
        <a:bodyPr/>
        <a:lstStyle/>
        <a:p>
          <a:endParaRPr lang="en-US"/>
        </a:p>
      </dgm:t>
    </dgm:pt>
    <dgm:pt modelId="{662DAD9A-C21B-4FBA-A106-05451C29DDA5}" type="sibTrans" cxnId="{9FAE4018-AECC-4925-A45C-EC7EE19C18F9}">
      <dgm:prSet/>
      <dgm:spPr/>
      <dgm:t>
        <a:bodyPr/>
        <a:lstStyle/>
        <a:p>
          <a:endParaRPr lang="en-US"/>
        </a:p>
      </dgm:t>
    </dgm:pt>
    <dgm:pt modelId="{C84F3BE9-3265-4E4B-A961-3D850E660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Accuracy: ~80-85% | ROC-AUC: ~0.85</a:t>
          </a:r>
        </a:p>
      </dgm:t>
    </dgm:pt>
    <dgm:pt modelId="{6A2D65EC-502E-43B4-A933-8D758FC03FAC}" type="parTrans" cxnId="{619AB1F1-923B-4696-8167-4C3B739A0C7F}">
      <dgm:prSet/>
      <dgm:spPr/>
      <dgm:t>
        <a:bodyPr/>
        <a:lstStyle/>
        <a:p>
          <a:endParaRPr lang="en-US"/>
        </a:p>
      </dgm:t>
    </dgm:pt>
    <dgm:pt modelId="{E77EED5C-BAF0-44D4-B12B-C86BE8D6240A}" type="sibTrans" cxnId="{619AB1F1-923B-4696-8167-4C3B739A0C7F}">
      <dgm:prSet/>
      <dgm:spPr/>
      <dgm:t>
        <a:bodyPr/>
        <a:lstStyle/>
        <a:p>
          <a:endParaRPr lang="en-US"/>
        </a:p>
      </dgm:t>
    </dgm:pt>
    <dgm:pt modelId="{154A65A3-1F39-4F84-9B0C-D57C67708ED1}" type="pres">
      <dgm:prSet presAssocID="{8CC29885-315F-4A2B-8EEA-78D96613DFD1}" presName="root" presStyleCnt="0">
        <dgm:presLayoutVars>
          <dgm:dir/>
          <dgm:resizeHandles val="exact"/>
        </dgm:presLayoutVars>
      </dgm:prSet>
      <dgm:spPr/>
    </dgm:pt>
    <dgm:pt modelId="{0B00246C-9176-4B61-8716-716935E89BA5}" type="pres">
      <dgm:prSet presAssocID="{447D33C9-B54B-4C60-A81F-9C7C9244DE1C}" presName="compNode" presStyleCnt="0"/>
      <dgm:spPr/>
    </dgm:pt>
    <dgm:pt modelId="{CBBC791B-B55B-4C23-BAD8-65C4DFBDDDF1}" type="pres">
      <dgm:prSet presAssocID="{447D33C9-B54B-4C60-A81F-9C7C9244DE1C}" presName="bgRect" presStyleLbl="bgShp" presStyleIdx="0" presStyleCnt="3"/>
      <dgm:spPr/>
    </dgm:pt>
    <dgm:pt modelId="{BF740475-0E45-4396-B026-8A815B85D3DC}" type="pres">
      <dgm:prSet presAssocID="{447D33C9-B54B-4C60-A81F-9C7C9244DE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E2BCD920-D053-4B84-B632-4DDA02B8CFA0}" type="pres">
      <dgm:prSet presAssocID="{447D33C9-B54B-4C60-A81F-9C7C9244DE1C}" presName="spaceRect" presStyleCnt="0"/>
      <dgm:spPr/>
    </dgm:pt>
    <dgm:pt modelId="{42B6A1D0-0348-4179-868E-91B0CA481AF1}" type="pres">
      <dgm:prSet presAssocID="{447D33C9-B54B-4C60-A81F-9C7C9244DE1C}" presName="parTx" presStyleLbl="revTx" presStyleIdx="0" presStyleCnt="3">
        <dgm:presLayoutVars>
          <dgm:chMax val="0"/>
          <dgm:chPref val="0"/>
        </dgm:presLayoutVars>
      </dgm:prSet>
      <dgm:spPr/>
    </dgm:pt>
    <dgm:pt modelId="{D601E689-10F0-4E6E-816D-031693D7D01A}" type="pres">
      <dgm:prSet presAssocID="{CC6ED204-3879-44E5-9D11-D2F7ACB54C0F}" presName="sibTrans" presStyleCnt="0"/>
      <dgm:spPr/>
    </dgm:pt>
    <dgm:pt modelId="{A43A2CA4-8E09-44DB-B59A-43D97644E7CA}" type="pres">
      <dgm:prSet presAssocID="{F752DB08-231F-4576-B37D-C8DB55D8243E}" presName="compNode" presStyleCnt="0"/>
      <dgm:spPr/>
    </dgm:pt>
    <dgm:pt modelId="{06EE613C-D3D3-47A9-9D9E-F633581ECA19}" type="pres">
      <dgm:prSet presAssocID="{F752DB08-231F-4576-B37D-C8DB55D8243E}" presName="bgRect" presStyleLbl="bgShp" presStyleIdx="1" presStyleCnt="3"/>
      <dgm:spPr/>
    </dgm:pt>
    <dgm:pt modelId="{8204EB50-361C-4BEE-8AC1-676172495E34}" type="pres">
      <dgm:prSet presAssocID="{F752DB08-231F-4576-B37D-C8DB55D824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56805955-D65A-4B56-89B1-05EDD9EAAD6C}" type="pres">
      <dgm:prSet presAssocID="{F752DB08-231F-4576-B37D-C8DB55D8243E}" presName="spaceRect" presStyleCnt="0"/>
      <dgm:spPr/>
    </dgm:pt>
    <dgm:pt modelId="{41A8387C-862C-45BF-854D-05C9A7CE80A0}" type="pres">
      <dgm:prSet presAssocID="{F752DB08-231F-4576-B37D-C8DB55D8243E}" presName="parTx" presStyleLbl="revTx" presStyleIdx="1" presStyleCnt="3">
        <dgm:presLayoutVars>
          <dgm:chMax val="0"/>
          <dgm:chPref val="0"/>
        </dgm:presLayoutVars>
      </dgm:prSet>
      <dgm:spPr/>
    </dgm:pt>
    <dgm:pt modelId="{49FF1C67-4FD2-4ACB-9834-1926653D201E}" type="pres">
      <dgm:prSet presAssocID="{662DAD9A-C21B-4FBA-A106-05451C29DDA5}" presName="sibTrans" presStyleCnt="0"/>
      <dgm:spPr/>
    </dgm:pt>
    <dgm:pt modelId="{C00892D1-D90F-409E-9A13-B43C457F9937}" type="pres">
      <dgm:prSet presAssocID="{C84F3BE9-3265-4E4B-A961-3D850E660E4C}" presName="compNode" presStyleCnt="0"/>
      <dgm:spPr/>
    </dgm:pt>
    <dgm:pt modelId="{B2A751D5-0E2D-4E26-9A0A-0079AA918D97}" type="pres">
      <dgm:prSet presAssocID="{C84F3BE9-3265-4E4B-A961-3D850E660E4C}" presName="bgRect" presStyleLbl="bgShp" presStyleIdx="2" presStyleCnt="3"/>
      <dgm:spPr/>
    </dgm:pt>
    <dgm:pt modelId="{F8716387-3FB6-468C-9773-7D8F5986DD03}" type="pres">
      <dgm:prSet presAssocID="{C84F3BE9-3265-4E4B-A961-3D850E660E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E519EB2-4679-43CB-B7ED-6E4D162F0825}" type="pres">
      <dgm:prSet presAssocID="{C84F3BE9-3265-4E4B-A961-3D850E660E4C}" presName="spaceRect" presStyleCnt="0"/>
      <dgm:spPr/>
    </dgm:pt>
    <dgm:pt modelId="{2308D0C1-F76E-40D8-B65D-9BBBB9DE0952}" type="pres">
      <dgm:prSet presAssocID="{C84F3BE9-3265-4E4B-A961-3D850E660E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AE4018-AECC-4925-A45C-EC7EE19C18F9}" srcId="{8CC29885-315F-4A2B-8EEA-78D96613DFD1}" destId="{F752DB08-231F-4576-B37D-C8DB55D8243E}" srcOrd="1" destOrd="0" parTransId="{25ADB850-C781-4ECD-859B-6490EE9DCC29}" sibTransId="{662DAD9A-C21B-4FBA-A106-05451C29DDA5}"/>
    <dgm:cxn modelId="{24C20F31-16DC-4889-8A2C-A833DCFC8D56}" type="presOf" srcId="{447D33C9-B54B-4C60-A81F-9C7C9244DE1C}" destId="{42B6A1D0-0348-4179-868E-91B0CA481AF1}" srcOrd="0" destOrd="0" presId="urn:microsoft.com/office/officeart/2018/2/layout/IconVerticalSolidList"/>
    <dgm:cxn modelId="{2B4D0E73-6AC6-4882-970D-A7A84A9BC0F0}" type="presOf" srcId="{8CC29885-315F-4A2B-8EEA-78D96613DFD1}" destId="{154A65A3-1F39-4F84-9B0C-D57C67708ED1}" srcOrd="0" destOrd="0" presId="urn:microsoft.com/office/officeart/2018/2/layout/IconVerticalSolidList"/>
    <dgm:cxn modelId="{4DDCC2B5-E28D-41DD-9A67-26AC34177F3C}" srcId="{8CC29885-315F-4A2B-8EEA-78D96613DFD1}" destId="{447D33C9-B54B-4C60-A81F-9C7C9244DE1C}" srcOrd="0" destOrd="0" parTransId="{D224D94F-2691-45C3-A79A-6BAFD5C23EA3}" sibTransId="{CC6ED204-3879-44E5-9D11-D2F7ACB54C0F}"/>
    <dgm:cxn modelId="{CE8C83BE-F67A-40B2-BC42-082787DF4526}" type="presOf" srcId="{F752DB08-231F-4576-B37D-C8DB55D8243E}" destId="{41A8387C-862C-45BF-854D-05C9A7CE80A0}" srcOrd="0" destOrd="0" presId="urn:microsoft.com/office/officeart/2018/2/layout/IconVerticalSolidList"/>
    <dgm:cxn modelId="{619AB1F1-923B-4696-8167-4C3B739A0C7F}" srcId="{8CC29885-315F-4A2B-8EEA-78D96613DFD1}" destId="{C84F3BE9-3265-4E4B-A961-3D850E660E4C}" srcOrd="2" destOrd="0" parTransId="{6A2D65EC-502E-43B4-A933-8D758FC03FAC}" sibTransId="{E77EED5C-BAF0-44D4-B12B-C86BE8D6240A}"/>
    <dgm:cxn modelId="{08AB77F8-C936-45CE-9AB5-E68A482DA9E2}" type="presOf" srcId="{C84F3BE9-3265-4E4B-A961-3D850E660E4C}" destId="{2308D0C1-F76E-40D8-B65D-9BBBB9DE0952}" srcOrd="0" destOrd="0" presId="urn:microsoft.com/office/officeart/2018/2/layout/IconVerticalSolidList"/>
    <dgm:cxn modelId="{CAF67999-F4B6-4733-BD0E-D93A5849B2E3}" type="presParOf" srcId="{154A65A3-1F39-4F84-9B0C-D57C67708ED1}" destId="{0B00246C-9176-4B61-8716-716935E89BA5}" srcOrd="0" destOrd="0" presId="urn:microsoft.com/office/officeart/2018/2/layout/IconVerticalSolidList"/>
    <dgm:cxn modelId="{B3EC94C0-D5CC-4389-A327-B7853B05F681}" type="presParOf" srcId="{0B00246C-9176-4B61-8716-716935E89BA5}" destId="{CBBC791B-B55B-4C23-BAD8-65C4DFBDDDF1}" srcOrd="0" destOrd="0" presId="urn:microsoft.com/office/officeart/2018/2/layout/IconVerticalSolidList"/>
    <dgm:cxn modelId="{B110735E-43D9-4E19-9128-DD9BE14FA6AC}" type="presParOf" srcId="{0B00246C-9176-4B61-8716-716935E89BA5}" destId="{BF740475-0E45-4396-B026-8A815B85D3DC}" srcOrd="1" destOrd="0" presId="urn:microsoft.com/office/officeart/2018/2/layout/IconVerticalSolidList"/>
    <dgm:cxn modelId="{0FE90F68-FB42-4D5A-8D76-C045E31F82F7}" type="presParOf" srcId="{0B00246C-9176-4B61-8716-716935E89BA5}" destId="{E2BCD920-D053-4B84-B632-4DDA02B8CFA0}" srcOrd="2" destOrd="0" presId="urn:microsoft.com/office/officeart/2018/2/layout/IconVerticalSolidList"/>
    <dgm:cxn modelId="{9DF22480-3184-40E3-8E34-8D7BB2B2F85D}" type="presParOf" srcId="{0B00246C-9176-4B61-8716-716935E89BA5}" destId="{42B6A1D0-0348-4179-868E-91B0CA481AF1}" srcOrd="3" destOrd="0" presId="urn:microsoft.com/office/officeart/2018/2/layout/IconVerticalSolidList"/>
    <dgm:cxn modelId="{587667CE-9A41-4F2F-B47E-504C2B75A735}" type="presParOf" srcId="{154A65A3-1F39-4F84-9B0C-D57C67708ED1}" destId="{D601E689-10F0-4E6E-816D-031693D7D01A}" srcOrd="1" destOrd="0" presId="urn:microsoft.com/office/officeart/2018/2/layout/IconVerticalSolidList"/>
    <dgm:cxn modelId="{CF40E0DA-359D-4258-B425-FBEAEA46B246}" type="presParOf" srcId="{154A65A3-1F39-4F84-9B0C-D57C67708ED1}" destId="{A43A2CA4-8E09-44DB-B59A-43D97644E7CA}" srcOrd="2" destOrd="0" presId="urn:microsoft.com/office/officeart/2018/2/layout/IconVerticalSolidList"/>
    <dgm:cxn modelId="{48A63A58-C635-4AAB-80CC-25CB125F6F28}" type="presParOf" srcId="{A43A2CA4-8E09-44DB-B59A-43D97644E7CA}" destId="{06EE613C-D3D3-47A9-9D9E-F633581ECA19}" srcOrd="0" destOrd="0" presId="urn:microsoft.com/office/officeart/2018/2/layout/IconVerticalSolidList"/>
    <dgm:cxn modelId="{970394F2-0A64-412B-8AC8-F4B1718EED03}" type="presParOf" srcId="{A43A2CA4-8E09-44DB-B59A-43D97644E7CA}" destId="{8204EB50-361C-4BEE-8AC1-676172495E34}" srcOrd="1" destOrd="0" presId="urn:microsoft.com/office/officeart/2018/2/layout/IconVerticalSolidList"/>
    <dgm:cxn modelId="{ED1BDADF-4136-4B8D-BB65-3BA66FB1CBB8}" type="presParOf" srcId="{A43A2CA4-8E09-44DB-B59A-43D97644E7CA}" destId="{56805955-D65A-4B56-89B1-05EDD9EAAD6C}" srcOrd="2" destOrd="0" presId="urn:microsoft.com/office/officeart/2018/2/layout/IconVerticalSolidList"/>
    <dgm:cxn modelId="{66B35DB5-EAE7-4431-8EDF-826610856F73}" type="presParOf" srcId="{A43A2CA4-8E09-44DB-B59A-43D97644E7CA}" destId="{41A8387C-862C-45BF-854D-05C9A7CE80A0}" srcOrd="3" destOrd="0" presId="urn:microsoft.com/office/officeart/2018/2/layout/IconVerticalSolidList"/>
    <dgm:cxn modelId="{903B3F93-EEDD-481B-BA21-347F88B50149}" type="presParOf" srcId="{154A65A3-1F39-4F84-9B0C-D57C67708ED1}" destId="{49FF1C67-4FD2-4ACB-9834-1926653D201E}" srcOrd="3" destOrd="0" presId="urn:microsoft.com/office/officeart/2018/2/layout/IconVerticalSolidList"/>
    <dgm:cxn modelId="{EB42AD23-B470-4E08-9403-EBFFD0F47D59}" type="presParOf" srcId="{154A65A3-1F39-4F84-9B0C-D57C67708ED1}" destId="{C00892D1-D90F-409E-9A13-B43C457F9937}" srcOrd="4" destOrd="0" presId="urn:microsoft.com/office/officeart/2018/2/layout/IconVerticalSolidList"/>
    <dgm:cxn modelId="{B3F4E2C5-F974-4E62-A60C-331811B2EFCE}" type="presParOf" srcId="{C00892D1-D90F-409E-9A13-B43C457F9937}" destId="{B2A751D5-0E2D-4E26-9A0A-0079AA918D97}" srcOrd="0" destOrd="0" presId="urn:microsoft.com/office/officeart/2018/2/layout/IconVerticalSolidList"/>
    <dgm:cxn modelId="{6533D507-9A93-4AC7-AEB8-B5E3AF4C0119}" type="presParOf" srcId="{C00892D1-D90F-409E-9A13-B43C457F9937}" destId="{F8716387-3FB6-468C-9773-7D8F5986DD03}" srcOrd="1" destOrd="0" presId="urn:microsoft.com/office/officeart/2018/2/layout/IconVerticalSolidList"/>
    <dgm:cxn modelId="{D2AFA3D2-F9DC-47C5-9310-8D0C1A79B38C}" type="presParOf" srcId="{C00892D1-D90F-409E-9A13-B43C457F9937}" destId="{7E519EB2-4679-43CB-B7ED-6E4D162F0825}" srcOrd="2" destOrd="0" presId="urn:microsoft.com/office/officeart/2018/2/layout/IconVerticalSolidList"/>
    <dgm:cxn modelId="{8B7CC46D-F375-4145-92EA-0C35DF7A2C6C}" type="presParOf" srcId="{C00892D1-D90F-409E-9A13-B43C457F9937}" destId="{2308D0C1-F76E-40D8-B65D-9BBBB9DE09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3EBF2D-6157-4518-9B9D-8B3A73FF0C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0F8FBB-ED39-4EE5-9A01-07974EE3F2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Robust ML pipeline</a:t>
          </a:r>
        </a:p>
      </dgm:t>
    </dgm:pt>
    <dgm:pt modelId="{24A80665-EA1D-497D-8B7B-27D1BAA2DCD6}" type="parTrans" cxnId="{A2EBEFDE-093E-4A58-8FCD-415A8E1DEEDF}">
      <dgm:prSet/>
      <dgm:spPr/>
      <dgm:t>
        <a:bodyPr/>
        <a:lstStyle/>
        <a:p>
          <a:endParaRPr lang="en-US"/>
        </a:p>
      </dgm:t>
    </dgm:pt>
    <dgm:pt modelId="{503323CF-B452-41FE-88FE-A864D8478F1D}" type="sibTrans" cxnId="{A2EBEFDE-093E-4A58-8FCD-415A8E1DEEDF}">
      <dgm:prSet/>
      <dgm:spPr/>
      <dgm:t>
        <a:bodyPr/>
        <a:lstStyle/>
        <a:p>
          <a:endParaRPr lang="en-US"/>
        </a:p>
      </dgm:t>
    </dgm:pt>
    <dgm:pt modelId="{C072BAC0-8B6A-473B-8D17-2BFCD44B32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Strong predictive performance</a:t>
          </a:r>
        </a:p>
      </dgm:t>
    </dgm:pt>
    <dgm:pt modelId="{9608EDAF-910B-435F-8E53-1676148D4DB4}" type="parTrans" cxnId="{5B464CC2-E212-4A87-AC9A-46493D928927}">
      <dgm:prSet/>
      <dgm:spPr/>
      <dgm:t>
        <a:bodyPr/>
        <a:lstStyle/>
        <a:p>
          <a:endParaRPr lang="en-US"/>
        </a:p>
      </dgm:t>
    </dgm:pt>
    <dgm:pt modelId="{28C2159E-7FAC-4A06-980D-C9473B9801AF}" type="sibTrans" cxnId="{5B464CC2-E212-4A87-AC9A-46493D928927}">
      <dgm:prSet/>
      <dgm:spPr/>
      <dgm:t>
        <a:bodyPr/>
        <a:lstStyle/>
        <a:p>
          <a:endParaRPr lang="en-US"/>
        </a:p>
      </dgm:t>
    </dgm:pt>
    <dgm:pt modelId="{44B6BCCA-CAAA-4D48-B7F1-4C3760424F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Future: Live dashboard, deployment, CRM integration</a:t>
          </a:r>
        </a:p>
      </dgm:t>
    </dgm:pt>
    <dgm:pt modelId="{EF3D248D-A94B-4ED4-92BE-575E5D5E8E2C}" type="parTrans" cxnId="{42628290-DA61-4E14-ADA2-4E70BB2080C7}">
      <dgm:prSet/>
      <dgm:spPr/>
      <dgm:t>
        <a:bodyPr/>
        <a:lstStyle/>
        <a:p>
          <a:endParaRPr lang="en-US"/>
        </a:p>
      </dgm:t>
    </dgm:pt>
    <dgm:pt modelId="{8A1E9FF4-EDA1-47A0-8121-2ED80236264B}" type="sibTrans" cxnId="{42628290-DA61-4E14-ADA2-4E70BB2080C7}">
      <dgm:prSet/>
      <dgm:spPr/>
      <dgm:t>
        <a:bodyPr/>
        <a:lstStyle/>
        <a:p>
          <a:endParaRPr lang="en-US"/>
        </a:p>
      </dgm:t>
    </dgm:pt>
    <dgm:pt modelId="{0554BA0A-4D66-4D50-BDDE-2BF3DCD7A42F}" type="pres">
      <dgm:prSet presAssocID="{ED3EBF2D-6157-4518-9B9D-8B3A73FF0C58}" presName="root" presStyleCnt="0">
        <dgm:presLayoutVars>
          <dgm:dir/>
          <dgm:resizeHandles val="exact"/>
        </dgm:presLayoutVars>
      </dgm:prSet>
      <dgm:spPr/>
    </dgm:pt>
    <dgm:pt modelId="{C441C9C2-3D7C-4673-971B-634F5F0E7E5A}" type="pres">
      <dgm:prSet presAssocID="{500F8FBB-ED39-4EE5-9A01-07974EE3F26A}" presName="compNode" presStyleCnt="0"/>
      <dgm:spPr/>
    </dgm:pt>
    <dgm:pt modelId="{F2DDBFE1-4993-48EE-BD82-3DCE949CEE55}" type="pres">
      <dgm:prSet presAssocID="{500F8FBB-ED39-4EE5-9A01-07974EE3F26A}" presName="bgRect" presStyleLbl="bgShp" presStyleIdx="0" presStyleCnt="3"/>
      <dgm:spPr/>
    </dgm:pt>
    <dgm:pt modelId="{440D74A1-882E-4545-A96C-B1ACCAD047FF}" type="pres">
      <dgm:prSet presAssocID="{500F8FBB-ED39-4EE5-9A01-07974EE3F2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BB0D967-904F-4FA6-83AA-948945B2DF36}" type="pres">
      <dgm:prSet presAssocID="{500F8FBB-ED39-4EE5-9A01-07974EE3F26A}" presName="spaceRect" presStyleCnt="0"/>
      <dgm:spPr/>
    </dgm:pt>
    <dgm:pt modelId="{59EB2D6A-4497-4E02-A55F-4CE544973983}" type="pres">
      <dgm:prSet presAssocID="{500F8FBB-ED39-4EE5-9A01-07974EE3F26A}" presName="parTx" presStyleLbl="revTx" presStyleIdx="0" presStyleCnt="3">
        <dgm:presLayoutVars>
          <dgm:chMax val="0"/>
          <dgm:chPref val="0"/>
        </dgm:presLayoutVars>
      </dgm:prSet>
      <dgm:spPr/>
    </dgm:pt>
    <dgm:pt modelId="{15CA5335-D254-4489-89F9-1E3BB42752AA}" type="pres">
      <dgm:prSet presAssocID="{503323CF-B452-41FE-88FE-A864D8478F1D}" presName="sibTrans" presStyleCnt="0"/>
      <dgm:spPr/>
    </dgm:pt>
    <dgm:pt modelId="{3ADB38D1-81C3-41F4-BD63-21AE9AFC797E}" type="pres">
      <dgm:prSet presAssocID="{C072BAC0-8B6A-473B-8D17-2BFCD44B3288}" presName="compNode" presStyleCnt="0"/>
      <dgm:spPr/>
    </dgm:pt>
    <dgm:pt modelId="{EBEA7A86-DFD4-4A78-8245-3E27B04E4CBE}" type="pres">
      <dgm:prSet presAssocID="{C072BAC0-8B6A-473B-8D17-2BFCD44B3288}" presName="bgRect" presStyleLbl="bgShp" presStyleIdx="1" presStyleCnt="3"/>
      <dgm:spPr/>
    </dgm:pt>
    <dgm:pt modelId="{67440EE7-571F-482A-AF7B-BCAA85B5CDB9}" type="pres">
      <dgm:prSet presAssocID="{C072BAC0-8B6A-473B-8D17-2BFCD44B32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33004DF-FF18-4581-8B9D-3CADB6CA7750}" type="pres">
      <dgm:prSet presAssocID="{C072BAC0-8B6A-473B-8D17-2BFCD44B3288}" presName="spaceRect" presStyleCnt="0"/>
      <dgm:spPr/>
    </dgm:pt>
    <dgm:pt modelId="{016B66F5-DA0F-4306-BB2E-C52689B9C26D}" type="pres">
      <dgm:prSet presAssocID="{C072BAC0-8B6A-473B-8D17-2BFCD44B3288}" presName="parTx" presStyleLbl="revTx" presStyleIdx="1" presStyleCnt="3">
        <dgm:presLayoutVars>
          <dgm:chMax val="0"/>
          <dgm:chPref val="0"/>
        </dgm:presLayoutVars>
      </dgm:prSet>
      <dgm:spPr/>
    </dgm:pt>
    <dgm:pt modelId="{8CD5F67D-DC6D-4982-A2A7-B86C4EB19F18}" type="pres">
      <dgm:prSet presAssocID="{28C2159E-7FAC-4A06-980D-C9473B9801AF}" presName="sibTrans" presStyleCnt="0"/>
      <dgm:spPr/>
    </dgm:pt>
    <dgm:pt modelId="{CB6154D7-DEFB-448C-B18A-2EC33DDB98AB}" type="pres">
      <dgm:prSet presAssocID="{44B6BCCA-CAAA-4D48-B7F1-4C3760424F27}" presName="compNode" presStyleCnt="0"/>
      <dgm:spPr/>
    </dgm:pt>
    <dgm:pt modelId="{5D30FA51-4EDF-4511-9B71-87D553054E15}" type="pres">
      <dgm:prSet presAssocID="{44B6BCCA-CAAA-4D48-B7F1-4C3760424F27}" presName="bgRect" presStyleLbl="bgShp" presStyleIdx="2" presStyleCnt="3"/>
      <dgm:spPr/>
    </dgm:pt>
    <dgm:pt modelId="{A4A7E7A7-8E8F-473F-B338-87A728BC9304}" type="pres">
      <dgm:prSet presAssocID="{44B6BCCA-CAAA-4D48-B7F1-4C3760424F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D9A8F1D-F059-4CC8-AE9E-FD5E74965285}" type="pres">
      <dgm:prSet presAssocID="{44B6BCCA-CAAA-4D48-B7F1-4C3760424F27}" presName="spaceRect" presStyleCnt="0"/>
      <dgm:spPr/>
    </dgm:pt>
    <dgm:pt modelId="{7AF24C71-1AF4-43E0-BDBB-329B78494805}" type="pres">
      <dgm:prSet presAssocID="{44B6BCCA-CAAA-4D48-B7F1-4C3760424F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CC8D01-A49E-4FB3-86D2-69118B3CBB70}" type="presOf" srcId="{500F8FBB-ED39-4EE5-9A01-07974EE3F26A}" destId="{59EB2D6A-4497-4E02-A55F-4CE544973983}" srcOrd="0" destOrd="0" presId="urn:microsoft.com/office/officeart/2018/2/layout/IconVerticalSolidList"/>
    <dgm:cxn modelId="{467DD833-7D9E-474F-9030-B01B4FAD9525}" type="presOf" srcId="{44B6BCCA-CAAA-4D48-B7F1-4C3760424F27}" destId="{7AF24C71-1AF4-43E0-BDBB-329B78494805}" srcOrd="0" destOrd="0" presId="urn:microsoft.com/office/officeart/2018/2/layout/IconVerticalSolidList"/>
    <dgm:cxn modelId="{42628290-DA61-4E14-ADA2-4E70BB2080C7}" srcId="{ED3EBF2D-6157-4518-9B9D-8B3A73FF0C58}" destId="{44B6BCCA-CAAA-4D48-B7F1-4C3760424F27}" srcOrd="2" destOrd="0" parTransId="{EF3D248D-A94B-4ED4-92BE-575E5D5E8E2C}" sibTransId="{8A1E9FF4-EDA1-47A0-8121-2ED80236264B}"/>
    <dgm:cxn modelId="{4954FBA0-469F-4C81-BE7B-A4F730393D3C}" type="presOf" srcId="{C072BAC0-8B6A-473B-8D17-2BFCD44B3288}" destId="{016B66F5-DA0F-4306-BB2E-C52689B9C26D}" srcOrd="0" destOrd="0" presId="urn:microsoft.com/office/officeart/2018/2/layout/IconVerticalSolidList"/>
    <dgm:cxn modelId="{5B464CC2-E212-4A87-AC9A-46493D928927}" srcId="{ED3EBF2D-6157-4518-9B9D-8B3A73FF0C58}" destId="{C072BAC0-8B6A-473B-8D17-2BFCD44B3288}" srcOrd="1" destOrd="0" parTransId="{9608EDAF-910B-435F-8E53-1676148D4DB4}" sibTransId="{28C2159E-7FAC-4A06-980D-C9473B9801AF}"/>
    <dgm:cxn modelId="{4AFC00D6-7580-444E-81AB-F9163ED90813}" type="presOf" srcId="{ED3EBF2D-6157-4518-9B9D-8B3A73FF0C58}" destId="{0554BA0A-4D66-4D50-BDDE-2BF3DCD7A42F}" srcOrd="0" destOrd="0" presId="urn:microsoft.com/office/officeart/2018/2/layout/IconVerticalSolidList"/>
    <dgm:cxn modelId="{A2EBEFDE-093E-4A58-8FCD-415A8E1DEEDF}" srcId="{ED3EBF2D-6157-4518-9B9D-8B3A73FF0C58}" destId="{500F8FBB-ED39-4EE5-9A01-07974EE3F26A}" srcOrd="0" destOrd="0" parTransId="{24A80665-EA1D-497D-8B7B-27D1BAA2DCD6}" sibTransId="{503323CF-B452-41FE-88FE-A864D8478F1D}"/>
    <dgm:cxn modelId="{F24FF33C-91DF-454C-815C-B4BC4F398D82}" type="presParOf" srcId="{0554BA0A-4D66-4D50-BDDE-2BF3DCD7A42F}" destId="{C441C9C2-3D7C-4673-971B-634F5F0E7E5A}" srcOrd="0" destOrd="0" presId="urn:microsoft.com/office/officeart/2018/2/layout/IconVerticalSolidList"/>
    <dgm:cxn modelId="{4E4CD473-587B-4381-B53B-E558521FF21F}" type="presParOf" srcId="{C441C9C2-3D7C-4673-971B-634F5F0E7E5A}" destId="{F2DDBFE1-4993-48EE-BD82-3DCE949CEE55}" srcOrd="0" destOrd="0" presId="urn:microsoft.com/office/officeart/2018/2/layout/IconVerticalSolidList"/>
    <dgm:cxn modelId="{74A7B0CE-0350-4255-A50A-BA87363703BC}" type="presParOf" srcId="{C441C9C2-3D7C-4673-971B-634F5F0E7E5A}" destId="{440D74A1-882E-4545-A96C-B1ACCAD047FF}" srcOrd="1" destOrd="0" presId="urn:microsoft.com/office/officeart/2018/2/layout/IconVerticalSolidList"/>
    <dgm:cxn modelId="{BCD3009A-AEDE-4D00-8898-B3EF3C5E8C35}" type="presParOf" srcId="{C441C9C2-3D7C-4673-971B-634F5F0E7E5A}" destId="{1BB0D967-904F-4FA6-83AA-948945B2DF36}" srcOrd="2" destOrd="0" presId="urn:microsoft.com/office/officeart/2018/2/layout/IconVerticalSolidList"/>
    <dgm:cxn modelId="{380F9750-32B6-4AB3-A38F-03D7B618CD75}" type="presParOf" srcId="{C441C9C2-3D7C-4673-971B-634F5F0E7E5A}" destId="{59EB2D6A-4497-4E02-A55F-4CE544973983}" srcOrd="3" destOrd="0" presId="urn:microsoft.com/office/officeart/2018/2/layout/IconVerticalSolidList"/>
    <dgm:cxn modelId="{FA2CB072-1049-46B5-B0C2-37B3F074B973}" type="presParOf" srcId="{0554BA0A-4D66-4D50-BDDE-2BF3DCD7A42F}" destId="{15CA5335-D254-4489-89F9-1E3BB42752AA}" srcOrd="1" destOrd="0" presId="urn:microsoft.com/office/officeart/2018/2/layout/IconVerticalSolidList"/>
    <dgm:cxn modelId="{C65149FB-34B2-4748-93D9-38B306ECDACD}" type="presParOf" srcId="{0554BA0A-4D66-4D50-BDDE-2BF3DCD7A42F}" destId="{3ADB38D1-81C3-41F4-BD63-21AE9AFC797E}" srcOrd="2" destOrd="0" presId="urn:microsoft.com/office/officeart/2018/2/layout/IconVerticalSolidList"/>
    <dgm:cxn modelId="{B41A65C6-F8CA-48F4-85CF-05938673D4B0}" type="presParOf" srcId="{3ADB38D1-81C3-41F4-BD63-21AE9AFC797E}" destId="{EBEA7A86-DFD4-4A78-8245-3E27B04E4CBE}" srcOrd="0" destOrd="0" presId="urn:microsoft.com/office/officeart/2018/2/layout/IconVerticalSolidList"/>
    <dgm:cxn modelId="{EBC144F2-9D97-4D72-8C0E-6FCDC8481323}" type="presParOf" srcId="{3ADB38D1-81C3-41F4-BD63-21AE9AFC797E}" destId="{67440EE7-571F-482A-AF7B-BCAA85B5CDB9}" srcOrd="1" destOrd="0" presId="urn:microsoft.com/office/officeart/2018/2/layout/IconVerticalSolidList"/>
    <dgm:cxn modelId="{F58F1CA1-007F-4881-9549-69DD3C4AA063}" type="presParOf" srcId="{3ADB38D1-81C3-41F4-BD63-21AE9AFC797E}" destId="{A33004DF-FF18-4581-8B9D-3CADB6CA7750}" srcOrd="2" destOrd="0" presId="urn:microsoft.com/office/officeart/2018/2/layout/IconVerticalSolidList"/>
    <dgm:cxn modelId="{6C655299-04FA-41AC-A507-347F62C757D0}" type="presParOf" srcId="{3ADB38D1-81C3-41F4-BD63-21AE9AFC797E}" destId="{016B66F5-DA0F-4306-BB2E-C52689B9C26D}" srcOrd="3" destOrd="0" presId="urn:microsoft.com/office/officeart/2018/2/layout/IconVerticalSolidList"/>
    <dgm:cxn modelId="{D78B710F-3F77-4BB1-829F-BC7C37447453}" type="presParOf" srcId="{0554BA0A-4D66-4D50-BDDE-2BF3DCD7A42F}" destId="{8CD5F67D-DC6D-4982-A2A7-B86C4EB19F18}" srcOrd="3" destOrd="0" presId="urn:microsoft.com/office/officeart/2018/2/layout/IconVerticalSolidList"/>
    <dgm:cxn modelId="{39872906-15B7-4319-9130-5E9129E64BF4}" type="presParOf" srcId="{0554BA0A-4D66-4D50-BDDE-2BF3DCD7A42F}" destId="{CB6154D7-DEFB-448C-B18A-2EC33DDB98AB}" srcOrd="4" destOrd="0" presId="urn:microsoft.com/office/officeart/2018/2/layout/IconVerticalSolidList"/>
    <dgm:cxn modelId="{0B7A456E-C3B9-4A66-9601-08A236C516A4}" type="presParOf" srcId="{CB6154D7-DEFB-448C-B18A-2EC33DDB98AB}" destId="{5D30FA51-4EDF-4511-9B71-87D553054E15}" srcOrd="0" destOrd="0" presId="urn:microsoft.com/office/officeart/2018/2/layout/IconVerticalSolidList"/>
    <dgm:cxn modelId="{8934AEF6-A963-4A81-941C-F4C3548D4B88}" type="presParOf" srcId="{CB6154D7-DEFB-448C-B18A-2EC33DDB98AB}" destId="{A4A7E7A7-8E8F-473F-B338-87A728BC9304}" srcOrd="1" destOrd="0" presId="urn:microsoft.com/office/officeart/2018/2/layout/IconVerticalSolidList"/>
    <dgm:cxn modelId="{E9A63BAB-F6A8-4B8B-AA46-01F4FFBA88FC}" type="presParOf" srcId="{CB6154D7-DEFB-448C-B18A-2EC33DDB98AB}" destId="{AD9A8F1D-F059-4CC8-AE9E-FD5E74965285}" srcOrd="2" destOrd="0" presId="urn:microsoft.com/office/officeart/2018/2/layout/IconVerticalSolidList"/>
    <dgm:cxn modelId="{187F04AF-7AD4-41DF-A538-167C283FF0BE}" type="presParOf" srcId="{CB6154D7-DEFB-448C-B18A-2EC33DDB98AB}" destId="{7AF24C71-1AF4-43E0-BDBB-329B784948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0A8DA-0EDE-4285-BE33-50999D89177A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50DEC-5E3C-44C7-A3A0-5FE87839F8A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F374B7-7FF5-4C23-962F-080F728F834F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Business Problem: Customer churn impacts revenue</a:t>
          </a:r>
        </a:p>
      </dsp:txBody>
      <dsp:txXfrm>
        <a:off x="1493203" y="552"/>
        <a:ext cx="6736396" cy="1292816"/>
      </dsp:txXfrm>
    </dsp:sp>
    <dsp:sp modelId="{D6651724-9109-4496-93F9-8147C8AD1045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11282-B270-4921-B2F5-70A7A86C6EDE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4A423-B97F-4847-9A18-1B3F50A6801C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Goal: Identify customers at risk of leaving</a:t>
          </a:r>
        </a:p>
      </dsp:txBody>
      <dsp:txXfrm>
        <a:off x="1493203" y="1616573"/>
        <a:ext cx="6736396" cy="1292816"/>
      </dsp:txXfrm>
    </dsp:sp>
    <dsp:sp modelId="{588EEFC2-3D9F-4C94-909E-21E1E5214E43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AB2F9-040B-45BE-BA1D-F9BC42123C90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9C1B4-E796-402B-B22B-5F209D4E441E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Solution: Machine Learning classification model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16CB4-60E0-451E-838D-5EC7853CB9F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EEA6F-B0F6-4ADF-A7AD-6032E272A9F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121BD-D176-44A6-8DE8-7F0DC941EAED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Telecom customer usage &amp; billing data</a:t>
          </a:r>
        </a:p>
      </dsp:txBody>
      <dsp:txXfrm>
        <a:off x="1493203" y="552"/>
        <a:ext cx="6736396" cy="1292816"/>
      </dsp:txXfrm>
    </dsp:sp>
    <dsp:sp modelId="{73229C19-F0A8-40C4-BF62-205A277924A8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3598B-AC28-4A83-A092-834D9C10A9A7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6B21C-49E8-4419-9E7B-4E4EF1B379F8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Target: Churn (Yes/No)</a:t>
          </a:r>
        </a:p>
      </dsp:txBody>
      <dsp:txXfrm>
        <a:off x="1493203" y="1616573"/>
        <a:ext cx="6736396" cy="1292816"/>
      </dsp:txXfrm>
    </dsp:sp>
    <dsp:sp modelId="{55ED1F18-E82D-472F-8A59-328E8A6EE58A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A7FDE-EB3E-4449-AA17-37C84645BA60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56C6A-635A-4687-BA1C-15D98CD7CA72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Records include: tenure, charges, services, contract type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A5617-9EC6-4C19-9AA5-3099E19B4D70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18333-52E7-4448-8873-6E6759ACCBED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Short-tenure clients churn more</a:t>
          </a:r>
        </a:p>
      </dsp:txBody>
      <dsp:txXfrm>
        <a:off x="2367950" y="516132"/>
        <a:ext cx="1592793" cy="1592793"/>
      </dsp:txXfrm>
    </dsp:sp>
    <dsp:sp modelId="{AEA40E12-AF7A-4FDF-8128-702F6BBC3A05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Month-to-month contracts show highest churn</a:t>
          </a:r>
        </a:p>
      </dsp:txBody>
      <dsp:txXfrm>
        <a:off x="4268855" y="516132"/>
        <a:ext cx="1592793" cy="1592793"/>
      </dsp:txXfrm>
    </dsp:sp>
    <dsp:sp modelId="{26230277-315E-4424-8572-E79DE249B983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Higher monthly charges linked to churn</a:t>
          </a:r>
        </a:p>
      </dsp:txBody>
      <dsp:txXfrm>
        <a:off x="2367950" y="2417036"/>
        <a:ext cx="1592793" cy="1592793"/>
      </dsp:txXfrm>
    </dsp:sp>
    <dsp:sp modelId="{E28E41DF-546D-4ED0-A14C-597C13ECC8B0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Lack of tech support increases churn</a:t>
          </a:r>
        </a:p>
      </dsp:txBody>
      <dsp:txXfrm>
        <a:off x="4268855" y="2417036"/>
        <a:ext cx="1592793" cy="15927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C791B-B55B-4C23-BAD8-65C4DFBDDDF1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40475-0E45-4396-B026-8A815B85D3D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6A1D0-0348-4179-868E-91B0CA481AF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Models tested: Logistic Regression, Random Forest</a:t>
          </a:r>
        </a:p>
      </dsp:txBody>
      <dsp:txXfrm>
        <a:off x="1493203" y="552"/>
        <a:ext cx="6736396" cy="1292816"/>
      </dsp:txXfrm>
    </dsp:sp>
    <dsp:sp modelId="{06EE613C-D3D3-47A9-9D9E-F633581ECA19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4EB50-361C-4BEE-8AC1-676172495E34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8387C-862C-45BF-854D-05C9A7CE80A0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Selected: Random Forest (best accuracy)</a:t>
          </a:r>
        </a:p>
      </dsp:txBody>
      <dsp:txXfrm>
        <a:off x="1493203" y="1616573"/>
        <a:ext cx="6736396" cy="1292816"/>
      </dsp:txXfrm>
    </dsp:sp>
    <dsp:sp modelId="{B2A751D5-0E2D-4E26-9A0A-0079AA918D9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16387-3FB6-468C-9773-7D8F5986DD0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8D0C1-F76E-40D8-B65D-9BBBB9DE0952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Accuracy: ~80-85% | ROC-AUC: ~0.85</a:t>
          </a:r>
        </a:p>
      </dsp:txBody>
      <dsp:txXfrm>
        <a:off x="1493203" y="3232593"/>
        <a:ext cx="6736396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DBFE1-4993-48EE-BD82-3DCE949CEE55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D74A1-882E-4545-A96C-B1ACCAD047F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B2D6A-4497-4E02-A55F-4CE54497398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Robust ML pipeline</a:t>
          </a:r>
        </a:p>
      </dsp:txBody>
      <dsp:txXfrm>
        <a:off x="1493203" y="552"/>
        <a:ext cx="6736396" cy="1292816"/>
      </dsp:txXfrm>
    </dsp:sp>
    <dsp:sp modelId="{EBEA7A86-DFD4-4A78-8245-3E27B04E4CBE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40EE7-571F-482A-AF7B-BCAA85B5CDB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B66F5-DA0F-4306-BB2E-C52689B9C26D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Strong predictive performance</a:t>
          </a:r>
        </a:p>
      </dsp:txBody>
      <dsp:txXfrm>
        <a:off x="1493203" y="1616573"/>
        <a:ext cx="6736396" cy="1292816"/>
      </dsp:txXfrm>
    </dsp:sp>
    <dsp:sp modelId="{5D30FA51-4EDF-4511-9B71-87D553054E15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7E7A7-8E8F-473F-B338-87A728BC9304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24C71-1AF4-43E0-BDBB-329B78494805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Future: Live dashboard, deployment, CRM integration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39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project &amp;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intent &amp; business need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Monthly contract users churn 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Churn drops as tenure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model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&amp; call to engage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lramshah0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005551"/>
            <a:ext cx="4539996" cy="272807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5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Telecom Customer Churn Prediction</a:t>
            </a:r>
            <a:b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4631161"/>
            <a:ext cx="5019620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Advanced Data Science Project | Predictive Analytics &amp; Business Intelligence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921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Graphic 49" descr="Head with Gears">
            <a:extLst>
              <a:ext uri="{FF2B5EF4-FFF2-40B4-BE49-F238E27FC236}">
                <a16:creationId xmlns:a16="http://schemas.microsoft.com/office/drawing/2014/main" id="{68100951-D948-9797-108E-303D33159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6158" y="1778000"/>
            <a:ext cx="3065526" cy="30655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4E3B86-71DE-EE97-DC05-22C1BCC4DB88}"/>
              </a:ext>
            </a:extLst>
          </p:cNvPr>
          <p:cNvSpPr txBox="1"/>
          <p:nvPr/>
        </p:nvSpPr>
        <p:spPr>
          <a:xfrm>
            <a:off x="480060" y="3200111"/>
            <a:ext cx="448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By Balram Shah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1C09D4-5714-6046-4876-4E6D5A3441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Summary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24E3E900-1B38-EBC3-FD14-EC312785EE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 Key Findings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6AF8A7-6F5D-2FB4-A1F0-C7987C5C4D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/>
              <a:t>Churn by Contract Type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69A12A-CA01-1205-238F-27CBFCAE0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rmAutofit/>
          </a:bodyPr>
          <a:lstStyle/>
          <a:p>
            <a:endParaRPr lang="en-US" sz="1500"/>
          </a:p>
          <a:p>
            <a:endParaRPr lang="en-US" sz="1500"/>
          </a:p>
        </p:txBody>
      </p:sp>
      <p:pic>
        <p:nvPicPr>
          <p:cNvPr id="5" name="Content Placeholder 4" descr="A graph of a number of customer by churn&#10;&#10;AI-generated content may be incorrect.">
            <a:extLst>
              <a:ext uri="{FF2B5EF4-FFF2-40B4-BE49-F238E27FC236}">
                <a16:creationId xmlns:a16="http://schemas.microsoft.com/office/drawing/2014/main" id="{44873B5D-1E5C-E53C-7169-366195F1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616839"/>
            <a:ext cx="5191506" cy="3724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Churn vs Tenure</a:t>
            </a:r>
          </a:p>
        </p:txBody>
      </p:sp>
      <p:pic>
        <p:nvPicPr>
          <p:cNvPr id="5" name="Picture 4" descr="A graph of a number of columns&#10;&#10;AI-generated content may be incorrect.">
            <a:extLst>
              <a:ext uri="{FF2B5EF4-FFF2-40B4-BE49-F238E27FC236}">
                <a16:creationId xmlns:a16="http://schemas.microsoft.com/office/drawing/2014/main" id="{4F2788A1-D436-40E7-2686-CDD56B80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79" y="2289292"/>
            <a:ext cx="8076135" cy="369483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Churn by Contract Type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of a number of columns&#10;&#10;AI-generated content may be incorrect.">
            <a:extLst>
              <a:ext uri="{FF2B5EF4-FFF2-40B4-BE49-F238E27FC236}">
                <a16:creationId xmlns:a16="http://schemas.microsoft.com/office/drawing/2014/main" id="{8CF09B01-A4C9-13EA-16C1-33D2A7BA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767" y="1641013"/>
            <a:ext cx="4806627" cy="3424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Churn vs Tenure</a:t>
            </a:r>
          </a:p>
        </p:txBody>
      </p:sp>
      <p:pic>
        <p:nvPicPr>
          <p:cNvPr id="3" name="Picture 2" descr="chart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42DA73-567B-D589-15F0-16F97B22D262}"/>
              </a:ext>
            </a:extLst>
          </p:cNvPr>
          <p:cNvSpPr/>
          <p:nvPr/>
        </p:nvSpPr>
        <p:spPr>
          <a:xfrm>
            <a:off x="786384" y="2212848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 &amp;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DC5C7E-D346-604E-0094-B80C652EB3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3958402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263" y="1562100"/>
            <a:ext cx="2846731" cy="373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733425"/>
            <a:ext cx="3851694" cy="5391150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- Identify at‑risk customers early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- Personalized retention offers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- Better customer experience = lower churn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838524-2FB6-1FD7-B05E-4AE62B21AC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ABE83E5-D28E-6B50-7971-AEE5CFFAAB8D}"/>
              </a:ext>
            </a:extLst>
          </p:cNvPr>
          <p:cNvSpPr txBox="1"/>
          <p:nvPr/>
        </p:nvSpPr>
        <p:spPr>
          <a:xfrm>
            <a:off x="852297" y="2418409"/>
            <a:ext cx="7266222" cy="345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Balram Shah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Data Science and Data Analyst Enthusiast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GitHub Link : </a:t>
            </a:r>
            <a:r>
              <a:rPr lang="en-US" sz="14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balramshah01 (Balram Shah)</a:t>
            </a:r>
            <a:endParaRPr lang="en-US" sz="1400" dirty="0">
              <a:solidFill>
                <a:schemeClr val="accent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 err="1">
                <a:solidFill>
                  <a:schemeClr val="tx2"/>
                </a:solidFill>
              </a:rPr>
              <a:t>Linkedin</a:t>
            </a:r>
            <a:r>
              <a:rPr lang="en-US" sz="1400" dirty="0">
                <a:solidFill>
                  <a:schemeClr val="tx2"/>
                </a:solidFill>
              </a:rPr>
              <a:t> Link </a:t>
            </a:r>
            <a:r>
              <a:rPr lang="en-US" sz="1400" dirty="0"/>
              <a:t>: </a:t>
            </a:r>
            <a:r>
              <a:rPr lang="en-US" sz="1400" dirty="0">
                <a:solidFill>
                  <a:schemeClr val="accent1"/>
                </a:solidFill>
              </a:rPr>
              <a:t>www.linkedin.com/in/balram-shah-7453b2346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accent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99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251</Words>
  <Application>Microsoft Office PowerPoint</Application>
  <PresentationFormat>On-screen Show (4:3)</PresentationFormat>
  <Paragraphs>46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Telecom Customer Churn Prediction </vt:lpstr>
      <vt:lpstr>Project Overview</vt:lpstr>
      <vt:lpstr>Dataset Summary</vt:lpstr>
      <vt:lpstr>EDA Key Findings</vt:lpstr>
      <vt:lpstr>Churn by Contract Type</vt:lpstr>
      <vt:lpstr>Churn vs Tenure</vt:lpstr>
      <vt:lpstr>Churn by Contract Type</vt:lpstr>
      <vt:lpstr>Churn vs Tenure</vt:lpstr>
      <vt:lpstr>ML Model &amp; Evaluation</vt:lpstr>
      <vt:lpstr>Business Impact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Balram Shah</cp:lastModifiedBy>
  <cp:revision>3</cp:revision>
  <dcterms:created xsi:type="dcterms:W3CDTF">2013-01-27T09:14:16Z</dcterms:created>
  <dcterms:modified xsi:type="dcterms:W3CDTF">2025-10-31T03:26:14Z</dcterms:modified>
  <cp:category/>
</cp:coreProperties>
</file>